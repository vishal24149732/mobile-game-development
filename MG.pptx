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43CA4-89FA-3E1C-ADC7-7F485E21D7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2E5CDB-7A47-565D-F319-153C29DAAD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1E8A5-A4B8-868B-0B6E-806574963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90EB6-685B-4B66-8FFC-A8311E45F62C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2B8AC-F456-E040-917C-7EF020613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1B5DE-F72D-301A-0EED-EC5FA8EA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83D4-FD29-438F-81F3-A2FBC9AC16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015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EE1AC-A21C-F23E-E19B-12832C312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A725C-EEC1-2044-82B9-1AA917819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667AB-641C-35D3-56CB-0CF087D21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90EB6-685B-4B66-8FFC-A8311E45F62C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37162-05B2-1A7C-208C-0B11886E8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7200C-E332-4379-88AA-8904C849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83D4-FD29-438F-81F3-A2FBC9AC16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533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364CA-9219-DD65-BF14-07856E77D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DA148-12BC-B8FD-7D90-DB4A1D046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67FE0-6C08-4F8D-51E9-36C4B7FEE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90EB6-685B-4B66-8FFC-A8311E45F62C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CCE24-9B6A-3339-39A3-4EC4605D2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83BFF-166E-8416-75BE-D7C04B558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83D4-FD29-438F-81F3-A2FBC9AC16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29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76E36-CF0A-1C0E-EE8E-0F14D3FD0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284E3-E7B2-A10B-0931-CECB7102ED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EBF201-C4C0-29D6-207D-2F63D7019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349B68-0BD9-7410-7BA6-94A110217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90EB6-685B-4B66-8FFC-A8311E45F62C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9D646B-9E7A-EA9B-4D00-821619FB5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64C232-1AA9-E184-0A33-2E7F87E69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83D4-FD29-438F-81F3-A2FBC9AC16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668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C1E93-6FDB-8BCE-2462-1510189F0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D1E09D-1203-3A0E-F135-A766D40D9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F8A4B1-572E-AB36-92CF-31095E10BF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9F6A48-95E6-700E-B364-F5E0D1E8ED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EDFB6C-BB41-4621-4570-F20157D5B7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23C97C-7FDB-8A84-51AB-DCC8A692D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90EB6-685B-4B66-8FFC-A8311E45F62C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D25DB8-8FC1-7081-1DE5-9AF00795C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9DCBA6-A936-AA13-188C-8EDB906BD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83D4-FD29-438F-81F3-A2FBC9AC16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660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1C5D2-FCD3-90E3-AE9B-8A1AD5EF9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4646CA-EDC9-2021-190F-1B8710584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90EB6-685B-4B66-8FFC-A8311E45F62C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B649A9-8475-CC00-EA02-61E33B6F9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36782F-E3A1-592C-67E3-5BECE8E83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83D4-FD29-438F-81F3-A2FBC9AC16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06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4882C1-2E10-2338-0D58-85CB3CA80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90EB6-685B-4B66-8FFC-A8311E45F62C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E4EB58-88B3-F71F-3873-72A88BC27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297CB-EA07-EE47-5E70-6220A7CED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83D4-FD29-438F-81F3-A2FBC9AC16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039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EDAA-2628-4181-88FC-E9AABBFB7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42F2A-6FBB-5133-2724-B47EA9EF0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31333D-EB0A-E4B4-4E77-F32B50231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F1E06-BCB7-8158-9A3F-EC888AFD7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90EB6-685B-4B66-8FFC-A8311E45F62C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BF5ED-034A-F1F6-60EC-7A6CA5FD8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D18C4-4DE5-E1B3-903D-57B19B420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83D4-FD29-438F-81F3-A2FBC9AC16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546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9E8E2-8C10-B5F7-B4D1-3670669D6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BCF27B-A87E-27DC-6E8B-CCE32D33D1C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85F2DA-5E23-AA25-86B2-03AAF7AF1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D3A0D-47A5-1604-39FA-53DCFFC9A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90EB6-685B-4B66-8FFC-A8311E45F62C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F70EB-0D4E-DAC5-CD68-3669C156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1EAF2C-2432-60AC-6696-1BE1FE612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83D4-FD29-438F-81F3-A2FBC9AC16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230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617F1-8274-EC26-F80F-7EE93A87A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07F7A6-53A1-8A88-93D2-9CB1E15B1B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E2B67-50FF-1DD2-0192-6330233DC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90EB6-685B-4B66-8FFC-A8311E45F62C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229C2-74BE-D51A-7926-364C2E9F9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9EBDE-9F10-7347-6BCA-310F0F5E3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83D4-FD29-438F-81F3-A2FBC9AC16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80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D3A5A4-9FA9-66B1-704D-D2882E8659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EFE114-3E15-008D-E4DE-7A99C950A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5775A-164C-D6C2-B2FA-1FD906051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90EB6-685B-4B66-8FFC-A8311E45F62C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EF2B6-1C4B-36B5-2D2F-7308A6560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F5464-0C97-0BC7-E123-2C0F7E8F1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83D4-FD29-438F-81F3-A2FBC9AC16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92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1A4279-A1F6-7E0F-5F42-5C1B32947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4607F-C49A-2262-9DE6-D1EB7A292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ECA05-65EE-6D63-BD6A-6745F83AE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390EB6-685B-4B66-8FFC-A8311E45F62C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F8BF9-46AF-8F6E-8649-94E4798AF1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AC6A7-5F0D-B8BB-205A-54403F9731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A483D4-FD29-438F-81F3-A2FBC9AC16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843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12F813-72E4-34D8-C5CD-0E410C4F96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Mobile Game Development</a:t>
            </a:r>
            <a:endParaRPr lang="en-IN" sz="48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DBFC3-CC7B-B2F6-0474-C1E19A4017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 - Vishal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4508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F70F16-D687-34B7-A7F5-CAAA3A548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Concept</a:t>
            </a:r>
            <a:endParaRPr lang="en-IN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AFFEB-D418-35E0-F99E-822442AF6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A Story driven Adventure Game with multiple levels and various types of playstyles.</a:t>
            </a:r>
          </a:p>
          <a:p>
            <a:r>
              <a:rPr lang="en-US" sz="1800">
                <a:solidFill>
                  <a:schemeClr val="tx2"/>
                </a:solidFill>
              </a:rPr>
              <a:t>Seamless transition between each levels to have a immersed gaming experience.</a:t>
            </a:r>
          </a:p>
          <a:p>
            <a:r>
              <a:rPr lang="en-US" sz="1800">
                <a:solidFill>
                  <a:schemeClr val="tx2"/>
                </a:solidFill>
              </a:rPr>
              <a:t>Different types of genres are joined together . – Topdown , Shooting , Endless runner , Flappy bird , Puzzle . </a:t>
            </a:r>
          </a:p>
          <a:p>
            <a:r>
              <a:rPr lang="en-US" sz="1800">
                <a:solidFill>
                  <a:schemeClr val="tx2"/>
                </a:solidFill>
              </a:rPr>
              <a:t>Each level is going to be procedurally generated to have different gameplay experience each time.</a:t>
            </a:r>
            <a:endParaRPr lang="en-IN" sz="1800">
              <a:solidFill>
                <a:schemeClr val="tx2"/>
              </a:soli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686F74E-5F90-4DB6-E0F1-9C0C1E5AF1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92" y="2000879"/>
            <a:ext cx="3697273" cy="337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255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10650BA-D090-4A23-98E3-B48BBAEA9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C17394-BEDB-6CC5-A2A9-219A44F450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89" r="5671" b="-2"/>
          <a:stretch>
            <a:fillRect/>
          </a:stretch>
        </p:blipFill>
        <p:spPr>
          <a:xfrm>
            <a:off x="-9527" y="3725"/>
            <a:ext cx="5846165" cy="6850548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FFB939B9-73CE-4644-87BB-72AEBF001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9527" y="-6558"/>
            <a:ext cx="6254832" cy="6874766"/>
            <a:chOff x="-9149" y="3725"/>
            <a:chExt cx="6254832" cy="6887203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F2A0CF-7879-4629-AC2B-4069D77A3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8645"/>
              <a:ext cx="5933139" cy="6387893"/>
            </a:xfrm>
            <a:custGeom>
              <a:avLst/>
              <a:gdLst>
                <a:gd name="connsiteX0" fmla="*/ 5852909 w 5933139"/>
                <a:gd name="connsiteY0" fmla="*/ 2469528 h 6335678"/>
                <a:gd name="connsiteX1" fmla="*/ 5830799 w 5933139"/>
                <a:gd name="connsiteY1" fmla="*/ 2394015 h 6335678"/>
                <a:gd name="connsiteX2" fmla="*/ 5805878 w 5933139"/>
                <a:gd name="connsiteY2" fmla="*/ 2319439 h 6335678"/>
                <a:gd name="connsiteX3" fmla="*/ 5778708 w 5933139"/>
                <a:gd name="connsiteY3" fmla="*/ 2245800 h 6335678"/>
                <a:gd name="connsiteX4" fmla="*/ 5652978 w 5933139"/>
                <a:gd name="connsiteY4" fmla="*/ 1959675 h 6335678"/>
                <a:gd name="connsiteX5" fmla="*/ 5327691 w 5933139"/>
                <a:gd name="connsiteY5" fmla="*/ 1432958 h 6335678"/>
                <a:gd name="connsiteX6" fmla="*/ 4921458 w 5933139"/>
                <a:gd name="connsiteY6" fmla="*/ 973322 h 6335678"/>
                <a:gd name="connsiteX7" fmla="*/ 4450018 w 5933139"/>
                <a:gd name="connsiteY7" fmla="*/ 586764 h 6335678"/>
                <a:gd name="connsiteX8" fmla="*/ 4193311 w 5933139"/>
                <a:gd name="connsiteY8" fmla="*/ 423558 h 6335678"/>
                <a:gd name="connsiteX9" fmla="*/ 3924237 w 5933139"/>
                <a:gd name="connsiteY9" fmla="*/ 281901 h 6335678"/>
                <a:gd name="connsiteX10" fmla="*/ 3352175 w 5933139"/>
                <a:gd name="connsiteY10" fmla="*/ 75786 h 6335678"/>
                <a:gd name="connsiteX11" fmla="*/ 3051997 w 5933139"/>
                <a:gd name="connsiteY11" fmla="*/ 19011 h 6335678"/>
                <a:gd name="connsiteX12" fmla="*/ 2745823 w 5933139"/>
                <a:gd name="connsiteY12" fmla="*/ 86 h 6335678"/>
                <a:gd name="connsiteX13" fmla="*/ 2141720 w 5933139"/>
                <a:gd name="connsiteY13" fmla="*/ 55550 h 6335678"/>
                <a:gd name="connsiteX14" fmla="*/ 1551295 w 5933139"/>
                <a:gd name="connsiteY14" fmla="*/ 216319 h 6335678"/>
                <a:gd name="connsiteX15" fmla="*/ 1001718 w 5933139"/>
                <a:gd name="connsiteY15" fmla="*/ 498134 h 6335678"/>
                <a:gd name="connsiteX16" fmla="*/ 754755 w 5933139"/>
                <a:gd name="connsiteY16" fmla="*/ 685886 h 6335678"/>
                <a:gd name="connsiteX17" fmla="*/ 533462 w 5933139"/>
                <a:gd name="connsiteY17" fmla="*/ 903056 h 6335678"/>
                <a:gd name="connsiteX18" fmla="*/ 0 w 5933139"/>
                <a:gd name="connsiteY18" fmla="*/ 1646568 h 6335678"/>
                <a:gd name="connsiteX19" fmla="*/ 0 w 5933139"/>
                <a:gd name="connsiteY19" fmla="*/ 4709059 h 6335678"/>
                <a:gd name="connsiteX20" fmla="*/ 120671 w 5933139"/>
                <a:gd name="connsiteY20" fmla="*/ 4907491 h 6335678"/>
                <a:gd name="connsiteX21" fmla="*/ 507979 w 5933139"/>
                <a:gd name="connsiteY21" fmla="*/ 5384178 h 6335678"/>
                <a:gd name="connsiteX22" fmla="*/ 972112 w 5933139"/>
                <a:gd name="connsiteY22" fmla="*/ 5778607 h 6335678"/>
                <a:gd name="connsiteX23" fmla="*/ 1229943 w 5933139"/>
                <a:gd name="connsiteY23" fmla="*/ 5939939 h 6335678"/>
                <a:gd name="connsiteX24" fmla="*/ 1502389 w 5933139"/>
                <a:gd name="connsiteY24" fmla="*/ 6073913 h 6335678"/>
                <a:gd name="connsiteX25" fmla="*/ 2673870 w 5933139"/>
                <a:gd name="connsiteY25" fmla="*/ 6333993 h 6335678"/>
                <a:gd name="connsiteX26" fmla="*/ 2749196 w 5933139"/>
                <a:gd name="connsiteY26" fmla="*/ 6335679 h 6335678"/>
                <a:gd name="connsiteX27" fmla="*/ 2787983 w 5933139"/>
                <a:gd name="connsiteY27" fmla="*/ 6335492 h 6335678"/>
                <a:gd name="connsiteX28" fmla="*/ 2826770 w 5933139"/>
                <a:gd name="connsiteY28" fmla="*/ 6334368 h 6335678"/>
                <a:gd name="connsiteX29" fmla="*/ 2981918 w 5933139"/>
                <a:gd name="connsiteY29" fmla="*/ 6319939 h 6335678"/>
                <a:gd name="connsiteX30" fmla="*/ 3285282 w 5933139"/>
                <a:gd name="connsiteY30" fmla="*/ 6241803 h 6335678"/>
                <a:gd name="connsiteX31" fmla="*/ 3566347 w 5933139"/>
                <a:gd name="connsiteY31" fmla="*/ 6104831 h 6335678"/>
                <a:gd name="connsiteX32" fmla="*/ 3818369 w 5933139"/>
                <a:gd name="connsiteY32" fmla="*/ 5926823 h 6335678"/>
                <a:gd name="connsiteX33" fmla="*/ 4044908 w 5933139"/>
                <a:gd name="connsiteY33" fmla="*/ 5726329 h 6335678"/>
                <a:gd name="connsiteX34" fmla="*/ 4151151 w 5933139"/>
                <a:gd name="connsiteY34" fmla="*/ 5622147 h 6335678"/>
                <a:gd name="connsiteX35" fmla="*/ 4253834 w 5933139"/>
                <a:gd name="connsiteY35" fmla="*/ 5516841 h 6335678"/>
                <a:gd name="connsiteX36" fmla="*/ 4452453 w 5933139"/>
                <a:gd name="connsiteY36" fmla="*/ 5306979 h 6335678"/>
                <a:gd name="connsiteX37" fmla="*/ 4548578 w 5933139"/>
                <a:gd name="connsiteY37" fmla="*/ 5202797 h 6335678"/>
                <a:gd name="connsiteX38" fmla="*/ 4596546 w 5933139"/>
                <a:gd name="connsiteY38" fmla="*/ 5151456 h 6335678"/>
                <a:gd name="connsiteX39" fmla="*/ 4643016 w 5933139"/>
                <a:gd name="connsiteY39" fmla="*/ 5103300 h 6335678"/>
                <a:gd name="connsiteX40" fmla="*/ 4739515 w 5933139"/>
                <a:gd name="connsiteY40" fmla="*/ 5013172 h 6335678"/>
                <a:gd name="connsiteX41" fmla="*/ 4842198 w 5933139"/>
                <a:gd name="connsiteY41" fmla="*/ 4930164 h 6335678"/>
                <a:gd name="connsiteX42" fmla="*/ 5071360 w 5933139"/>
                <a:gd name="connsiteY42" fmla="*/ 4780449 h 6335678"/>
                <a:gd name="connsiteX43" fmla="*/ 5332001 w 5933139"/>
                <a:gd name="connsiteY43" fmla="*/ 4615932 h 6335678"/>
                <a:gd name="connsiteX44" fmla="*/ 5397396 w 5933139"/>
                <a:gd name="connsiteY44" fmla="*/ 4563655 h 6335678"/>
                <a:gd name="connsiteX45" fmla="*/ 5459417 w 5933139"/>
                <a:gd name="connsiteY45" fmla="*/ 4505380 h 6335678"/>
                <a:gd name="connsiteX46" fmla="*/ 5567159 w 5933139"/>
                <a:gd name="connsiteY46" fmla="*/ 4374029 h 6335678"/>
                <a:gd name="connsiteX47" fmla="*/ 5651292 w 5933139"/>
                <a:gd name="connsiteY47" fmla="*/ 4231810 h 6335678"/>
                <a:gd name="connsiteX48" fmla="*/ 5716686 w 5933139"/>
                <a:gd name="connsiteY48" fmla="*/ 4085655 h 6335678"/>
                <a:gd name="connsiteX49" fmla="*/ 5820681 w 5933139"/>
                <a:gd name="connsiteY49" fmla="*/ 3791848 h 6335678"/>
                <a:gd name="connsiteX50" fmla="*/ 5898629 w 5933139"/>
                <a:gd name="connsiteY50" fmla="*/ 3487922 h 6335678"/>
                <a:gd name="connsiteX51" fmla="*/ 5932170 w 5933139"/>
                <a:gd name="connsiteY51" fmla="*/ 3174066 h 6335678"/>
                <a:gd name="connsiteX52" fmla="*/ 5872209 w 5933139"/>
                <a:gd name="connsiteY52" fmla="*/ 2545978 h 6335678"/>
                <a:gd name="connsiteX53" fmla="*/ 5852909 w 5933139"/>
                <a:gd name="connsiteY53" fmla="*/ 2469528 h 6335678"/>
                <a:gd name="connsiteX54" fmla="*/ 5507386 w 5933139"/>
                <a:gd name="connsiteY54" fmla="*/ 3724580 h 6335678"/>
                <a:gd name="connsiteX55" fmla="*/ 5453609 w 5933139"/>
                <a:gd name="connsiteY55" fmla="*/ 3989906 h 6335678"/>
                <a:gd name="connsiteX56" fmla="*/ 5344181 w 5933139"/>
                <a:gd name="connsiteY56" fmla="*/ 4220380 h 6335678"/>
                <a:gd name="connsiteX57" fmla="*/ 5171419 w 5933139"/>
                <a:gd name="connsiteY57" fmla="*/ 4388644 h 6335678"/>
                <a:gd name="connsiteX58" fmla="*/ 5057868 w 5933139"/>
                <a:gd name="connsiteY58" fmla="*/ 4453851 h 6335678"/>
                <a:gd name="connsiteX59" fmla="*/ 4930265 w 5933139"/>
                <a:gd name="connsiteY59" fmla="*/ 4516810 h 6335678"/>
                <a:gd name="connsiteX60" fmla="*/ 4660067 w 5933139"/>
                <a:gd name="connsiteY60" fmla="*/ 4664276 h 6335678"/>
                <a:gd name="connsiteX61" fmla="*/ 4408794 w 5933139"/>
                <a:gd name="connsiteY61" fmla="*/ 4857836 h 6335678"/>
                <a:gd name="connsiteX62" fmla="*/ 4352207 w 5933139"/>
                <a:gd name="connsiteY62" fmla="*/ 4911988 h 6335678"/>
                <a:gd name="connsiteX63" fmla="*/ 4299366 w 5933139"/>
                <a:gd name="connsiteY63" fmla="*/ 4965390 h 6335678"/>
                <a:gd name="connsiteX64" fmla="*/ 4197621 w 5933139"/>
                <a:gd name="connsiteY64" fmla="*/ 5074257 h 6335678"/>
                <a:gd name="connsiteX65" fmla="*/ 4008744 w 5933139"/>
                <a:gd name="connsiteY65" fmla="*/ 5297985 h 6335678"/>
                <a:gd name="connsiteX66" fmla="*/ 3917304 w 5933139"/>
                <a:gd name="connsiteY66" fmla="*/ 5409100 h 6335678"/>
                <a:gd name="connsiteX67" fmla="*/ 3826052 w 5933139"/>
                <a:gd name="connsiteY67" fmla="*/ 5518153 h 6335678"/>
                <a:gd name="connsiteX68" fmla="*/ 3637925 w 5933139"/>
                <a:gd name="connsiteY68" fmla="*/ 5725017 h 6335678"/>
                <a:gd name="connsiteX69" fmla="*/ 3433497 w 5933139"/>
                <a:gd name="connsiteY69" fmla="*/ 5906586 h 6335678"/>
                <a:gd name="connsiteX70" fmla="*/ 3204522 w 5933139"/>
                <a:gd name="connsiteY70" fmla="*/ 6046744 h 6335678"/>
                <a:gd name="connsiteX71" fmla="*/ 2950439 w 5933139"/>
                <a:gd name="connsiteY71" fmla="*/ 6129190 h 6335678"/>
                <a:gd name="connsiteX72" fmla="*/ 2816839 w 5933139"/>
                <a:gd name="connsiteY72" fmla="*/ 6146428 h 6335678"/>
                <a:gd name="connsiteX73" fmla="*/ 2749009 w 5933139"/>
                <a:gd name="connsiteY73" fmla="*/ 6149051 h 6335678"/>
                <a:gd name="connsiteX74" fmla="*/ 2678930 w 5933139"/>
                <a:gd name="connsiteY74" fmla="*/ 6148677 h 6335678"/>
                <a:gd name="connsiteX75" fmla="*/ 2125793 w 5933139"/>
                <a:gd name="connsiteY75" fmla="*/ 6065481 h 6335678"/>
                <a:gd name="connsiteX76" fmla="*/ 1610506 w 5933139"/>
                <a:gd name="connsiteY76" fmla="*/ 5851310 h 6335678"/>
                <a:gd name="connsiteX77" fmla="*/ 1373099 w 5933139"/>
                <a:gd name="connsiteY77" fmla="*/ 5706279 h 6335678"/>
                <a:gd name="connsiteX78" fmla="*/ 1315949 w 5933139"/>
                <a:gd name="connsiteY78" fmla="*/ 5666743 h 6335678"/>
                <a:gd name="connsiteX79" fmla="*/ 1259923 w 5933139"/>
                <a:gd name="connsiteY79" fmla="*/ 5625894 h 6335678"/>
                <a:gd name="connsiteX80" fmla="*/ 1204647 w 5933139"/>
                <a:gd name="connsiteY80" fmla="*/ 5583922 h 6335678"/>
                <a:gd name="connsiteX81" fmla="*/ 1150308 w 5933139"/>
                <a:gd name="connsiteY81" fmla="*/ 5540826 h 6335678"/>
                <a:gd name="connsiteX82" fmla="*/ 751569 w 5933139"/>
                <a:gd name="connsiteY82" fmla="*/ 5158015 h 6335678"/>
                <a:gd name="connsiteX83" fmla="*/ 663315 w 5933139"/>
                <a:gd name="connsiteY83" fmla="*/ 5052146 h 6335678"/>
                <a:gd name="connsiteX84" fmla="*/ 580869 w 5933139"/>
                <a:gd name="connsiteY84" fmla="*/ 4942718 h 6335678"/>
                <a:gd name="connsiteX85" fmla="*/ 432279 w 5933139"/>
                <a:gd name="connsiteY85" fmla="*/ 4713369 h 6335678"/>
                <a:gd name="connsiteX86" fmla="*/ 205553 w 5933139"/>
                <a:gd name="connsiteY86" fmla="*/ 4219443 h 6335678"/>
                <a:gd name="connsiteX87" fmla="*/ 79448 w 5933139"/>
                <a:gd name="connsiteY87" fmla="*/ 3693850 h 6335678"/>
                <a:gd name="connsiteX88" fmla="*/ 53590 w 5933139"/>
                <a:gd name="connsiteY88" fmla="*/ 3425339 h 6335678"/>
                <a:gd name="connsiteX89" fmla="*/ 49655 w 5933139"/>
                <a:gd name="connsiteY89" fmla="*/ 3155890 h 6335678"/>
                <a:gd name="connsiteX90" fmla="*/ 67830 w 5933139"/>
                <a:gd name="connsiteY90" fmla="*/ 2886817 h 6335678"/>
                <a:gd name="connsiteX91" fmla="*/ 108679 w 5933139"/>
                <a:gd name="connsiteY91" fmla="*/ 2619992 h 6335678"/>
                <a:gd name="connsiteX92" fmla="*/ 263077 w 5933139"/>
                <a:gd name="connsiteY92" fmla="*/ 2101520 h 6335678"/>
                <a:gd name="connsiteX93" fmla="*/ 837575 w 5933139"/>
                <a:gd name="connsiteY93" fmla="*/ 1186370 h 6335678"/>
                <a:gd name="connsiteX94" fmla="*/ 1031698 w 5933139"/>
                <a:gd name="connsiteY94" fmla="*/ 996932 h 6335678"/>
                <a:gd name="connsiteX95" fmla="*/ 1236688 w 5933139"/>
                <a:gd name="connsiteY95" fmla="*/ 819298 h 6335678"/>
                <a:gd name="connsiteX96" fmla="*/ 1687143 w 5933139"/>
                <a:gd name="connsiteY96" fmla="*/ 511438 h 6335678"/>
                <a:gd name="connsiteX97" fmla="*/ 2196246 w 5933139"/>
                <a:gd name="connsiteY97" fmla="*/ 300639 h 6335678"/>
                <a:gd name="connsiteX98" fmla="*/ 2745823 w 5933139"/>
                <a:gd name="connsiteY98" fmla="*/ 229248 h 6335678"/>
                <a:gd name="connsiteX99" fmla="*/ 3019206 w 5933139"/>
                <a:gd name="connsiteY99" fmla="*/ 252108 h 6335678"/>
                <a:gd name="connsiteX100" fmla="*/ 3288092 w 5933139"/>
                <a:gd name="connsiteY100" fmla="*/ 313006 h 6335678"/>
                <a:gd name="connsiteX101" fmla="*/ 3548172 w 5933139"/>
                <a:gd name="connsiteY101" fmla="*/ 407069 h 6335678"/>
                <a:gd name="connsiteX102" fmla="*/ 3611505 w 5933139"/>
                <a:gd name="connsiteY102" fmla="*/ 435176 h 6335678"/>
                <a:gd name="connsiteX103" fmla="*/ 3674089 w 5933139"/>
                <a:gd name="connsiteY103" fmla="*/ 464968 h 6335678"/>
                <a:gd name="connsiteX104" fmla="*/ 3735736 w 5933139"/>
                <a:gd name="connsiteY104" fmla="*/ 496823 h 6335678"/>
                <a:gd name="connsiteX105" fmla="*/ 3796634 w 5933139"/>
                <a:gd name="connsiteY105" fmla="*/ 530176 h 6335678"/>
                <a:gd name="connsiteX106" fmla="*/ 4251585 w 5933139"/>
                <a:gd name="connsiteY106" fmla="*/ 847405 h 6335678"/>
                <a:gd name="connsiteX107" fmla="*/ 4644515 w 5933139"/>
                <a:gd name="connsiteY107" fmla="*/ 1236775 h 6335678"/>
                <a:gd name="connsiteX108" fmla="*/ 4816527 w 5933139"/>
                <a:gd name="connsiteY108" fmla="*/ 1451883 h 6335678"/>
                <a:gd name="connsiteX109" fmla="*/ 4970738 w 5933139"/>
                <a:gd name="connsiteY109" fmla="*/ 1678610 h 6335678"/>
                <a:gd name="connsiteX110" fmla="*/ 5223885 w 5933139"/>
                <a:gd name="connsiteY110" fmla="*/ 2159232 h 6335678"/>
                <a:gd name="connsiteX111" fmla="*/ 5395709 w 5933139"/>
                <a:gd name="connsiteY111" fmla="*/ 2666087 h 6335678"/>
                <a:gd name="connsiteX112" fmla="*/ 5458855 w 5933139"/>
                <a:gd name="connsiteY112" fmla="*/ 2924292 h 6335678"/>
                <a:gd name="connsiteX113" fmla="*/ 5499142 w 5933139"/>
                <a:gd name="connsiteY113" fmla="*/ 3186995 h 6335678"/>
                <a:gd name="connsiteX114" fmla="*/ 5516755 w 5933139"/>
                <a:gd name="connsiteY114" fmla="*/ 3454007 h 6335678"/>
                <a:gd name="connsiteX115" fmla="*/ 5507386 w 5933139"/>
                <a:gd name="connsiteY115" fmla="*/ 3724580 h 6335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5933139" h="6335678">
                  <a:moveTo>
                    <a:pt x="5852909" y="2469528"/>
                  </a:moveTo>
                  <a:lnTo>
                    <a:pt x="5830799" y="2394015"/>
                  </a:lnTo>
                  <a:lnTo>
                    <a:pt x="5805878" y="2319439"/>
                  </a:lnTo>
                  <a:cubicBezTo>
                    <a:pt x="5797446" y="2294705"/>
                    <a:pt x="5787890" y="2270346"/>
                    <a:pt x="5778708" y="2245800"/>
                  </a:cubicBezTo>
                  <a:cubicBezTo>
                    <a:pt x="5740858" y="2148364"/>
                    <a:pt x="5699073" y="2052614"/>
                    <a:pt x="5652978" y="1959675"/>
                  </a:cubicBezTo>
                  <a:cubicBezTo>
                    <a:pt x="5559664" y="1773985"/>
                    <a:pt x="5450986" y="1597663"/>
                    <a:pt x="5327691" y="1432958"/>
                  </a:cubicBezTo>
                  <a:cubicBezTo>
                    <a:pt x="5204960" y="1268067"/>
                    <a:pt x="5068362" y="1114980"/>
                    <a:pt x="4921458" y="973322"/>
                  </a:cubicBezTo>
                  <a:cubicBezTo>
                    <a:pt x="4774742" y="831665"/>
                    <a:pt x="4616408" y="703125"/>
                    <a:pt x="4450018" y="586764"/>
                  </a:cubicBezTo>
                  <a:cubicBezTo>
                    <a:pt x="4366822" y="528489"/>
                    <a:pt x="4281003" y="474337"/>
                    <a:pt x="4193311" y="423558"/>
                  </a:cubicBezTo>
                  <a:cubicBezTo>
                    <a:pt x="4105806" y="372404"/>
                    <a:pt x="4015865" y="325560"/>
                    <a:pt x="3924237" y="281901"/>
                  </a:cubicBezTo>
                  <a:cubicBezTo>
                    <a:pt x="3740983" y="195333"/>
                    <a:pt x="3549483" y="125067"/>
                    <a:pt x="3352175" y="75786"/>
                  </a:cubicBezTo>
                  <a:cubicBezTo>
                    <a:pt x="3253428" y="51240"/>
                    <a:pt x="3153368" y="31565"/>
                    <a:pt x="3051997" y="19011"/>
                  </a:cubicBezTo>
                  <a:cubicBezTo>
                    <a:pt x="2950814" y="5895"/>
                    <a:pt x="2848506" y="-851"/>
                    <a:pt x="2745823" y="86"/>
                  </a:cubicBezTo>
                  <a:cubicBezTo>
                    <a:pt x="2543643" y="1585"/>
                    <a:pt x="2341838" y="20135"/>
                    <a:pt x="2141720" y="55550"/>
                  </a:cubicBezTo>
                  <a:cubicBezTo>
                    <a:pt x="1941976" y="91339"/>
                    <a:pt x="1743356" y="143055"/>
                    <a:pt x="1551295" y="216319"/>
                  </a:cubicBezTo>
                  <a:cubicBezTo>
                    <a:pt x="1359233" y="289396"/>
                    <a:pt x="1173917" y="383459"/>
                    <a:pt x="1001718" y="498134"/>
                  </a:cubicBezTo>
                  <a:cubicBezTo>
                    <a:pt x="915712" y="555659"/>
                    <a:pt x="832141" y="617119"/>
                    <a:pt x="754755" y="685886"/>
                  </a:cubicBezTo>
                  <a:cubicBezTo>
                    <a:pt x="677555" y="754841"/>
                    <a:pt x="604666" y="828293"/>
                    <a:pt x="533462" y="903056"/>
                  </a:cubicBezTo>
                  <a:cubicBezTo>
                    <a:pt x="323413" y="1125660"/>
                    <a:pt x="143906" y="1376370"/>
                    <a:pt x="0" y="1646568"/>
                  </a:cubicBezTo>
                  <a:lnTo>
                    <a:pt x="0" y="4709059"/>
                  </a:lnTo>
                  <a:cubicBezTo>
                    <a:pt x="37850" y="4776702"/>
                    <a:pt x="78136" y="4843033"/>
                    <a:pt x="120671" y="4907491"/>
                  </a:cubicBezTo>
                  <a:cubicBezTo>
                    <a:pt x="234034" y="5078941"/>
                    <a:pt x="365198" y="5239336"/>
                    <a:pt x="507979" y="5384178"/>
                  </a:cubicBezTo>
                  <a:cubicBezTo>
                    <a:pt x="650948" y="5529395"/>
                    <a:pt x="805909" y="5662059"/>
                    <a:pt x="972112" y="5778607"/>
                  </a:cubicBezTo>
                  <a:cubicBezTo>
                    <a:pt x="1055308" y="5836881"/>
                    <a:pt x="1141314" y="5890846"/>
                    <a:pt x="1229943" y="5939939"/>
                  </a:cubicBezTo>
                  <a:cubicBezTo>
                    <a:pt x="1318385" y="5989406"/>
                    <a:pt x="1409450" y="6033815"/>
                    <a:pt x="1502389" y="6073913"/>
                  </a:cubicBezTo>
                  <a:cubicBezTo>
                    <a:pt x="1874145" y="6233559"/>
                    <a:pt x="2272884" y="6320689"/>
                    <a:pt x="2673870" y="6333993"/>
                  </a:cubicBezTo>
                  <a:lnTo>
                    <a:pt x="2749196" y="6335679"/>
                  </a:lnTo>
                  <a:lnTo>
                    <a:pt x="2787983" y="6335492"/>
                  </a:lnTo>
                  <a:lnTo>
                    <a:pt x="2826770" y="6334368"/>
                  </a:lnTo>
                  <a:cubicBezTo>
                    <a:pt x="2878486" y="6332494"/>
                    <a:pt x="2930390" y="6327247"/>
                    <a:pt x="2981918" y="6319939"/>
                  </a:cubicBezTo>
                  <a:cubicBezTo>
                    <a:pt x="3085163" y="6304949"/>
                    <a:pt x="3187096" y="6278529"/>
                    <a:pt x="3285282" y="6241803"/>
                  </a:cubicBezTo>
                  <a:cubicBezTo>
                    <a:pt x="3383467" y="6205265"/>
                    <a:pt x="3477530" y="6158608"/>
                    <a:pt x="3566347" y="6104831"/>
                  </a:cubicBezTo>
                  <a:cubicBezTo>
                    <a:pt x="3655164" y="6051053"/>
                    <a:pt x="3739109" y="5990905"/>
                    <a:pt x="3818369" y="5926823"/>
                  </a:cubicBezTo>
                  <a:cubicBezTo>
                    <a:pt x="3897630" y="5862739"/>
                    <a:pt x="3973143" y="5795471"/>
                    <a:pt x="4044908" y="5726329"/>
                  </a:cubicBezTo>
                  <a:cubicBezTo>
                    <a:pt x="4080884" y="5691852"/>
                    <a:pt x="4116299" y="5656999"/>
                    <a:pt x="4151151" y="5622147"/>
                  </a:cubicBezTo>
                  <a:cubicBezTo>
                    <a:pt x="4185816" y="5586920"/>
                    <a:pt x="4220106" y="5552068"/>
                    <a:pt x="4253834" y="5516841"/>
                  </a:cubicBezTo>
                  <a:cubicBezTo>
                    <a:pt x="4321289" y="5446388"/>
                    <a:pt x="4387808" y="5376871"/>
                    <a:pt x="4452453" y="5306979"/>
                  </a:cubicBezTo>
                  <a:lnTo>
                    <a:pt x="4548578" y="5202797"/>
                  </a:lnTo>
                  <a:lnTo>
                    <a:pt x="4596546" y="5151456"/>
                  </a:lnTo>
                  <a:cubicBezTo>
                    <a:pt x="4612661" y="5134592"/>
                    <a:pt x="4627276" y="5119040"/>
                    <a:pt x="4643016" y="5103300"/>
                  </a:cubicBezTo>
                  <a:cubicBezTo>
                    <a:pt x="4674308" y="5072196"/>
                    <a:pt x="4706162" y="5041841"/>
                    <a:pt x="4739515" y="5013172"/>
                  </a:cubicBezTo>
                  <a:cubicBezTo>
                    <a:pt x="4772493" y="4984128"/>
                    <a:pt x="4806596" y="4956397"/>
                    <a:pt x="4842198" y="4930164"/>
                  </a:cubicBezTo>
                  <a:cubicBezTo>
                    <a:pt x="4913026" y="4876949"/>
                    <a:pt x="4988914" y="4828980"/>
                    <a:pt x="5071360" y="4780449"/>
                  </a:cubicBezTo>
                  <a:cubicBezTo>
                    <a:pt x="5153243" y="4731544"/>
                    <a:pt x="5243372" y="4682076"/>
                    <a:pt x="5332001" y="4615932"/>
                  </a:cubicBezTo>
                  <a:cubicBezTo>
                    <a:pt x="5354111" y="4599443"/>
                    <a:pt x="5376035" y="4582205"/>
                    <a:pt x="5397396" y="4563655"/>
                  </a:cubicBezTo>
                  <a:cubicBezTo>
                    <a:pt x="5418757" y="4545104"/>
                    <a:pt x="5439368" y="4525617"/>
                    <a:pt x="5459417" y="4505380"/>
                  </a:cubicBezTo>
                  <a:cubicBezTo>
                    <a:pt x="5499329" y="4464719"/>
                    <a:pt x="5535493" y="4420311"/>
                    <a:pt x="5567159" y="4374029"/>
                  </a:cubicBezTo>
                  <a:cubicBezTo>
                    <a:pt x="5599388" y="4328121"/>
                    <a:pt x="5626558" y="4279965"/>
                    <a:pt x="5651292" y="4231810"/>
                  </a:cubicBezTo>
                  <a:cubicBezTo>
                    <a:pt x="5675651" y="4183466"/>
                    <a:pt x="5697012" y="4134561"/>
                    <a:pt x="5716686" y="4085655"/>
                  </a:cubicBezTo>
                  <a:cubicBezTo>
                    <a:pt x="5756223" y="3987845"/>
                    <a:pt x="5789576" y="3891158"/>
                    <a:pt x="5820681" y="3791848"/>
                  </a:cubicBezTo>
                  <a:cubicBezTo>
                    <a:pt x="5851972" y="3692726"/>
                    <a:pt x="5878955" y="3591167"/>
                    <a:pt x="5898629" y="3487922"/>
                  </a:cubicBezTo>
                  <a:cubicBezTo>
                    <a:pt x="5918116" y="3384490"/>
                    <a:pt x="5929172" y="3279372"/>
                    <a:pt x="5932170" y="3174066"/>
                  </a:cubicBezTo>
                  <a:cubicBezTo>
                    <a:pt x="5937604" y="2963454"/>
                    <a:pt x="5920552" y="2750968"/>
                    <a:pt x="5872209" y="2545978"/>
                  </a:cubicBezTo>
                  <a:cubicBezTo>
                    <a:pt x="5865838" y="2520307"/>
                    <a:pt x="5860029" y="2494637"/>
                    <a:pt x="5852909" y="2469528"/>
                  </a:cubicBezTo>
                  <a:close/>
                  <a:moveTo>
                    <a:pt x="5507386" y="3724580"/>
                  </a:moveTo>
                  <a:cubicBezTo>
                    <a:pt x="5497830" y="3814521"/>
                    <a:pt x="5480591" y="3905586"/>
                    <a:pt x="5453609" y="3989906"/>
                  </a:cubicBezTo>
                  <a:cubicBezTo>
                    <a:pt x="5426439" y="4074413"/>
                    <a:pt x="5390088" y="4152924"/>
                    <a:pt x="5344181" y="4220380"/>
                  </a:cubicBezTo>
                  <a:cubicBezTo>
                    <a:pt x="5297898" y="4287835"/>
                    <a:pt x="5241311" y="4342549"/>
                    <a:pt x="5171419" y="4388644"/>
                  </a:cubicBezTo>
                  <a:cubicBezTo>
                    <a:pt x="5136755" y="4411879"/>
                    <a:pt x="5098342" y="4433052"/>
                    <a:pt x="5057868" y="4453851"/>
                  </a:cubicBezTo>
                  <a:cubicBezTo>
                    <a:pt x="5017395" y="4474837"/>
                    <a:pt x="4974298" y="4495449"/>
                    <a:pt x="4930265" y="4516810"/>
                  </a:cubicBezTo>
                  <a:cubicBezTo>
                    <a:pt x="4841823" y="4559719"/>
                    <a:pt x="4748696" y="4607126"/>
                    <a:pt x="4660067" y="4664276"/>
                  </a:cubicBezTo>
                  <a:cubicBezTo>
                    <a:pt x="4571251" y="4721238"/>
                    <a:pt x="4486181" y="4786071"/>
                    <a:pt x="4408794" y="4857836"/>
                  </a:cubicBezTo>
                  <a:cubicBezTo>
                    <a:pt x="4389682" y="4875637"/>
                    <a:pt x="4370008" y="4894375"/>
                    <a:pt x="4352207" y="4911988"/>
                  </a:cubicBezTo>
                  <a:lnTo>
                    <a:pt x="4299366" y="4965390"/>
                  </a:lnTo>
                  <a:cubicBezTo>
                    <a:pt x="4264514" y="5001179"/>
                    <a:pt x="4230599" y="5037531"/>
                    <a:pt x="4197621" y="5074257"/>
                  </a:cubicBezTo>
                  <a:cubicBezTo>
                    <a:pt x="4131664" y="5147896"/>
                    <a:pt x="4070204" y="5223784"/>
                    <a:pt x="4008744" y="5297985"/>
                  </a:cubicBezTo>
                  <a:lnTo>
                    <a:pt x="3917304" y="5409100"/>
                  </a:lnTo>
                  <a:cubicBezTo>
                    <a:pt x="3886949" y="5446013"/>
                    <a:pt x="3856782" y="5482364"/>
                    <a:pt x="3826052" y="5518153"/>
                  </a:cubicBezTo>
                  <a:cubicBezTo>
                    <a:pt x="3764592" y="5589544"/>
                    <a:pt x="3702758" y="5659435"/>
                    <a:pt x="3637925" y="5725017"/>
                  </a:cubicBezTo>
                  <a:cubicBezTo>
                    <a:pt x="3573093" y="5790412"/>
                    <a:pt x="3505637" y="5852059"/>
                    <a:pt x="3433497" y="5906586"/>
                  </a:cubicBezTo>
                  <a:cubicBezTo>
                    <a:pt x="3361544" y="5961112"/>
                    <a:pt x="3285469" y="6009268"/>
                    <a:pt x="3204522" y="6046744"/>
                  </a:cubicBezTo>
                  <a:cubicBezTo>
                    <a:pt x="3123763" y="6084594"/>
                    <a:pt x="3038506" y="6112513"/>
                    <a:pt x="2950439" y="6129190"/>
                  </a:cubicBezTo>
                  <a:cubicBezTo>
                    <a:pt x="2906405" y="6137809"/>
                    <a:pt x="2861810" y="6143055"/>
                    <a:pt x="2816839" y="6146428"/>
                  </a:cubicBezTo>
                  <a:cubicBezTo>
                    <a:pt x="2794354" y="6147927"/>
                    <a:pt x="2771681" y="6148677"/>
                    <a:pt x="2749009" y="6149051"/>
                  </a:cubicBezTo>
                  <a:lnTo>
                    <a:pt x="2678930" y="6148677"/>
                  </a:lnTo>
                  <a:cubicBezTo>
                    <a:pt x="2491927" y="6144367"/>
                    <a:pt x="2305675" y="6116260"/>
                    <a:pt x="2125793" y="6065481"/>
                  </a:cubicBezTo>
                  <a:cubicBezTo>
                    <a:pt x="1945911" y="6014515"/>
                    <a:pt x="1773524" y="5940501"/>
                    <a:pt x="1610506" y="5851310"/>
                  </a:cubicBezTo>
                  <a:cubicBezTo>
                    <a:pt x="1528997" y="5806714"/>
                    <a:pt x="1449924" y="5757808"/>
                    <a:pt x="1373099" y="5706279"/>
                  </a:cubicBezTo>
                  <a:lnTo>
                    <a:pt x="1315949" y="5666743"/>
                  </a:lnTo>
                  <a:lnTo>
                    <a:pt x="1259923" y="5625894"/>
                  </a:lnTo>
                  <a:lnTo>
                    <a:pt x="1204647" y="5583922"/>
                  </a:lnTo>
                  <a:cubicBezTo>
                    <a:pt x="1186284" y="5569869"/>
                    <a:pt x="1168483" y="5555066"/>
                    <a:pt x="1150308" y="5540826"/>
                  </a:cubicBezTo>
                  <a:cubicBezTo>
                    <a:pt x="1006402" y="5424839"/>
                    <a:pt x="872615" y="5296860"/>
                    <a:pt x="751569" y="5158015"/>
                  </a:cubicBezTo>
                  <a:cubicBezTo>
                    <a:pt x="721214" y="5123350"/>
                    <a:pt x="691983" y="5087935"/>
                    <a:pt x="663315" y="5052146"/>
                  </a:cubicBezTo>
                  <a:cubicBezTo>
                    <a:pt x="635021" y="5016170"/>
                    <a:pt x="607289" y="4980006"/>
                    <a:pt x="580869" y="4942718"/>
                  </a:cubicBezTo>
                  <a:cubicBezTo>
                    <a:pt x="527654" y="4868517"/>
                    <a:pt x="478186" y="4791880"/>
                    <a:pt x="432279" y="4713369"/>
                  </a:cubicBezTo>
                  <a:cubicBezTo>
                    <a:pt x="340651" y="4556159"/>
                    <a:pt x="264764" y="4390330"/>
                    <a:pt x="205553" y="4219443"/>
                  </a:cubicBezTo>
                  <a:cubicBezTo>
                    <a:pt x="146154" y="4048555"/>
                    <a:pt x="104369" y="3872045"/>
                    <a:pt x="79448" y="3693850"/>
                  </a:cubicBezTo>
                  <a:cubicBezTo>
                    <a:pt x="67268" y="3604659"/>
                    <a:pt x="58087" y="3515092"/>
                    <a:pt x="53590" y="3425339"/>
                  </a:cubicBezTo>
                  <a:cubicBezTo>
                    <a:pt x="47969" y="3335585"/>
                    <a:pt x="47406" y="3245644"/>
                    <a:pt x="49655" y="3155890"/>
                  </a:cubicBezTo>
                  <a:cubicBezTo>
                    <a:pt x="52278" y="3066137"/>
                    <a:pt x="58274" y="2976383"/>
                    <a:pt x="67830" y="2886817"/>
                  </a:cubicBezTo>
                  <a:cubicBezTo>
                    <a:pt x="77761" y="2797438"/>
                    <a:pt x="91253" y="2708246"/>
                    <a:pt x="108679" y="2619992"/>
                  </a:cubicBezTo>
                  <a:cubicBezTo>
                    <a:pt x="143906" y="2443108"/>
                    <a:pt x="195809" y="2269409"/>
                    <a:pt x="263077" y="2101520"/>
                  </a:cubicBezTo>
                  <a:cubicBezTo>
                    <a:pt x="397614" y="1765740"/>
                    <a:pt x="593048" y="1453382"/>
                    <a:pt x="837575" y="1186370"/>
                  </a:cubicBezTo>
                  <a:cubicBezTo>
                    <a:pt x="898473" y="1119289"/>
                    <a:pt x="964242" y="1056893"/>
                    <a:pt x="1031698" y="996932"/>
                  </a:cubicBezTo>
                  <a:cubicBezTo>
                    <a:pt x="1099154" y="936784"/>
                    <a:pt x="1166235" y="876261"/>
                    <a:pt x="1236688" y="819298"/>
                  </a:cubicBezTo>
                  <a:cubicBezTo>
                    <a:pt x="1377221" y="704999"/>
                    <a:pt x="1526935" y="600442"/>
                    <a:pt x="1687143" y="511438"/>
                  </a:cubicBezTo>
                  <a:cubicBezTo>
                    <a:pt x="1847163" y="422621"/>
                    <a:pt x="2017676" y="348795"/>
                    <a:pt x="2196246" y="300639"/>
                  </a:cubicBezTo>
                  <a:cubicBezTo>
                    <a:pt x="2374629" y="251921"/>
                    <a:pt x="2560320" y="227749"/>
                    <a:pt x="2745823" y="229248"/>
                  </a:cubicBezTo>
                  <a:cubicBezTo>
                    <a:pt x="2837076" y="230372"/>
                    <a:pt x="2928516" y="238055"/>
                    <a:pt x="3019206" y="252108"/>
                  </a:cubicBezTo>
                  <a:cubicBezTo>
                    <a:pt x="3109710" y="266724"/>
                    <a:pt x="3199650" y="286773"/>
                    <a:pt x="3288092" y="313006"/>
                  </a:cubicBezTo>
                  <a:cubicBezTo>
                    <a:pt x="3376347" y="339426"/>
                    <a:pt x="3463477" y="370343"/>
                    <a:pt x="3548172" y="407069"/>
                  </a:cubicBezTo>
                  <a:cubicBezTo>
                    <a:pt x="3569345" y="416438"/>
                    <a:pt x="3590519" y="425432"/>
                    <a:pt x="3611505" y="435176"/>
                  </a:cubicBezTo>
                  <a:lnTo>
                    <a:pt x="3674089" y="464968"/>
                  </a:lnTo>
                  <a:lnTo>
                    <a:pt x="3735736" y="496823"/>
                  </a:lnTo>
                  <a:cubicBezTo>
                    <a:pt x="3756160" y="507690"/>
                    <a:pt x="3776397" y="519120"/>
                    <a:pt x="3796634" y="530176"/>
                  </a:cubicBezTo>
                  <a:cubicBezTo>
                    <a:pt x="3957965" y="621054"/>
                    <a:pt x="4110303" y="728046"/>
                    <a:pt x="4251585" y="847405"/>
                  </a:cubicBezTo>
                  <a:cubicBezTo>
                    <a:pt x="4393242" y="966390"/>
                    <a:pt x="4524781" y="1096991"/>
                    <a:pt x="4644515" y="1236775"/>
                  </a:cubicBezTo>
                  <a:cubicBezTo>
                    <a:pt x="4704663" y="1306479"/>
                    <a:pt x="4762375" y="1378057"/>
                    <a:pt x="4816527" y="1451883"/>
                  </a:cubicBezTo>
                  <a:cubicBezTo>
                    <a:pt x="4870679" y="1525897"/>
                    <a:pt x="4922020" y="1601598"/>
                    <a:pt x="4970738" y="1678610"/>
                  </a:cubicBezTo>
                  <a:cubicBezTo>
                    <a:pt x="5067799" y="1833008"/>
                    <a:pt x="5152494" y="1993965"/>
                    <a:pt x="5223885" y="2159232"/>
                  </a:cubicBezTo>
                  <a:cubicBezTo>
                    <a:pt x="5295275" y="2324686"/>
                    <a:pt x="5349615" y="2495199"/>
                    <a:pt x="5395709" y="2666087"/>
                  </a:cubicBezTo>
                  <a:cubicBezTo>
                    <a:pt x="5418757" y="2751718"/>
                    <a:pt x="5440680" y="2837537"/>
                    <a:pt x="5458855" y="2924292"/>
                  </a:cubicBezTo>
                  <a:cubicBezTo>
                    <a:pt x="5477406" y="3011048"/>
                    <a:pt x="5490522" y="3098740"/>
                    <a:pt x="5499142" y="3186995"/>
                  </a:cubicBezTo>
                  <a:cubicBezTo>
                    <a:pt x="5507761" y="3275250"/>
                    <a:pt x="5513944" y="3364254"/>
                    <a:pt x="5516755" y="3454007"/>
                  </a:cubicBezTo>
                  <a:cubicBezTo>
                    <a:pt x="5518629" y="3543761"/>
                    <a:pt x="5516755" y="3634264"/>
                    <a:pt x="5507386" y="372458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E50BFD-51AC-4ACE-820C-A285E6672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41478"/>
              <a:ext cx="5953893" cy="6434152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317011 w 5953893"/>
                <a:gd name="connsiteY8" fmla="*/ 3797009 h 6434152"/>
                <a:gd name="connsiteX9" fmla="*/ 5176478 w 5953893"/>
                <a:gd name="connsiteY9" fmla="*/ 4100747 h 6434152"/>
                <a:gd name="connsiteX10" fmla="*/ 4942257 w 5953893"/>
                <a:gd name="connsiteY10" fmla="*/ 4250274 h 6434152"/>
                <a:gd name="connsiteX11" fmla="*/ 4216171 w 5953893"/>
                <a:gd name="connsiteY11" fmla="*/ 4773243 h 6434152"/>
                <a:gd name="connsiteX12" fmla="*/ 3905125 w 5953893"/>
                <a:gd name="connsiteY12" fmla="*/ 5105837 h 6434152"/>
                <a:gd name="connsiteX13" fmla="*/ 3308329 w 5953893"/>
                <a:gd name="connsiteY13" fmla="*/ 5682022 h 6434152"/>
                <a:gd name="connsiteX14" fmla="*/ 2739452 w 5953893"/>
                <a:gd name="connsiteY14" fmla="*/ 5870898 h 6434152"/>
                <a:gd name="connsiteX15" fmla="*/ 1647419 w 5953893"/>
                <a:gd name="connsiteY15" fmla="*/ 5625809 h 6434152"/>
                <a:gd name="connsiteX16" fmla="*/ 781175 w 5953893"/>
                <a:gd name="connsiteY16" fmla="*/ 4960620 h 6434152"/>
                <a:gd name="connsiteX17" fmla="*/ 312545 w 5953893"/>
                <a:gd name="connsiteY17" fmla="*/ 4165205 h 6434152"/>
                <a:gd name="connsiteX18" fmla="*/ 142032 w 5953893"/>
                <a:gd name="connsiteY18" fmla="*/ 3217451 h 6434152"/>
                <a:gd name="connsiteX19" fmla="*/ 347210 w 5953893"/>
                <a:gd name="connsiteY19" fmla="*/ 2181444 h 6434152"/>
                <a:gd name="connsiteX20" fmla="*/ 906155 w 5953893"/>
                <a:gd name="connsiteY20" fmla="*/ 1337497 h 6434152"/>
                <a:gd name="connsiteX21" fmla="*/ 2739265 w 5953893"/>
                <a:gd name="connsiteY21" fmla="*/ 563818 h 6434152"/>
                <a:gd name="connsiteX22" fmla="*/ 3849849 w 5953893"/>
                <a:gd name="connsiteY22" fmla="*/ 881796 h 6434152"/>
                <a:gd name="connsiteX23" fmla="*/ 4834515 w 5953893"/>
                <a:gd name="connsiteY23" fmla="*/ 1742419 h 6434152"/>
                <a:gd name="connsiteX24" fmla="*/ 5325256 w 5953893"/>
                <a:gd name="connsiteY24" fmla="*/ 2742076 h 6434152"/>
                <a:gd name="connsiteX25" fmla="*/ 5317011 w 5953893"/>
                <a:gd name="connsiteY25" fmla="*/ 3797009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317011" y="3797009"/>
                  </a:moveTo>
                  <a:cubicBezTo>
                    <a:pt x="5275976" y="3943538"/>
                    <a:pt x="5228756" y="4045658"/>
                    <a:pt x="5176478" y="4100747"/>
                  </a:cubicBezTo>
                  <a:cubicBezTo>
                    <a:pt x="5131883" y="4147591"/>
                    <a:pt x="5061991" y="4186004"/>
                    <a:pt x="4942257" y="4250274"/>
                  </a:cubicBezTo>
                  <a:cubicBezTo>
                    <a:pt x="4753381" y="4351458"/>
                    <a:pt x="4494613" y="4489929"/>
                    <a:pt x="4216171" y="4773243"/>
                  </a:cubicBezTo>
                  <a:cubicBezTo>
                    <a:pt x="4106555" y="4884733"/>
                    <a:pt x="4004247" y="4997159"/>
                    <a:pt x="3905125" y="5105837"/>
                  </a:cubicBezTo>
                  <a:cubicBezTo>
                    <a:pt x="3701071" y="5329753"/>
                    <a:pt x="3508260" y="5541302"/>
                    <a:pt x="3308329" y="5682022"/>
                  </a:cubicBezTo>
                  <a:cubicBezTo>
                    <a:pt x="3122826" y="5812624"/>
                    <a:pt x="2947441" y="5870898"/>
                    <a:pt x="2739452" y="5870898"/>
                  </a:cubicBezTo>
                  <a:cubicBezTo>
                    <a:pt x="2357765" y="5870898"/>
                    <a:pt x="1990319" y="5788452"/>
                    <a:pt x="1647419" y="5625809"/>
                  </a:cubicBezTo>
                  <a:cubicBezTo>
                    <a:pt x="1319509" y="5470286"/>
                    <a:pt x="1019893" y="5240187"/>
                    <a:pt x="781175" y="4960620"/>
                  </a:cubicBezTo>
                  <a:cubicBezTo>
                    <a:pt x="579370" y="4724151"/>
                    <a:pt x="421598" y="4456576"/>
                    <a:pt x="312545" y="4165205"/>
                  </a:cubicBezTo>
                  <a:cubicBezTo>
                    <a:pt x="199369" y="3863153"/>
                    <a:pt x="142032" y="3544237"/>
                    <a:pt x="142032" y="3217451"/>
                  </a:cubicBezTo>
                  <a:cubicBezTo>
                    <a:pt x="142032" y="2857688"/>
                    <a:pt x="211174" y="2509166"/>
                    <a:pt x="347210" y="2181444"/>
                  </a:cubicBezTo>
                  <a:cubicBezTo>
                    <a:pt x="478561" y="1865339"/>
                    <a:pt x="666688" y="1581275"/>
                    <a:pt x="906155" y="1337497"/>
                  </a:cubicBezTo>
                  <a:cubicBezTo>
                    <a:pt x="1396334" y="838512"/>
                    <a:pt x="2047469" y="563818"/>
                    <a:pt x="2739265" y="563818"/>
                  </a:cubicBezTo>
                  <a:cubicBezTo>
                    <a:pt x="3094157" y="563818"/>
                    <a:pt x="3478280" y="673808"/>
                    <a:pt x="3849849" y="881796"/>
                  </a:cubicBezTo>
                  <a:cubicBezTo>
                    <a:pt x="4226851" y="1092783"/>
                    <a:pt x="4567316" y="1390338"/>
                    <a:pt x="4834515" y="1742419"/>
                  </a:cubicBezTo>
                  <a:cubicBezTo>
                    <a:pt x="5070798" y="2053653"/>
                    <a:pt x="5240374" y="2399363"/>
                    <a:pt x="5325256" y="2742076"/>
                  </a:cubicBezTo>
                  <a:cubicBezTo>
                    <a:pt x="5414634" y="3102964"/>
                    <a:pt x="5411824" y="3458044"/>
                    <a:pt x="5317011" y="3797009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394888-C50F-41C1-92D4-0E2B4315A8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1462"/>
              <a:ext cx="5953893" cy="6444167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208520 w 5953893"/>
                <a:gd name="connsiteY8" fmla="*/ 3766654 h 6434152"/>
                <a:gd name="connsiteX9" fmla="*/ 5094782 w 5953893"/>
                <a:gd name="connsiteY9" fmla="*/ 4022985 h 6434152"/>
                <a:gd name="connsiteX10" fmla="*/ 4888855 w 5953893"/>
                <a:gd name="connsiteY10" fmla="*/ 4150777 h 6434152"/>
                <a:gd name="connsiteX11" fmla="*/ 4135411 w 5953893"/>
                <a:gd name="connsiteY11" fmla="*/ 4694170 h 6434152"/>
                <a:gd name="connsiteX12" fmla="*/ 3821555 w 5953893"/>
                <a:gd name="connsiteY12" fmla="*/ 5029762 h 6434152"/>
                <a:gd name="connsiteX13" fmla="*/ 2739265 w 5953893"/>
                <a:gd name="connsiteY13" fmla="*/ 5758097 h 6434152"/>
                <a:gd name="connsiteX14" fmla="*/ 1695575 w 5953893"/>
                <a:gd name="connsiteY14" fmla="*/ 5523876 h 6434152"/>
                <a:gd name="connsiteX15" fmla="*/ 866619 w 5953893"/>
                <a:gd name="connsiteY15" fmla="*/ 4887356 h 6434152"/>
                <a:gd name="connsiteX16" fmla="*/ 417851 w 5953893"/>
                <a:gd name="connsiteY16" fmla="*/ 4125481 h 6434152"/>
                <a:gd name="connsiteX17" fmla="*/ 254645 w 5953893"/>
                <a:gd name="connsiteY17" fmla="*/ 3217264 h 6434152"/>
                <a:gd name="connsiteX18" fmla="*/ 451204 w 5953893"/>
                <a:gd name="connsiteY18" fmla="*/ 2224540 h 6434152"/>
                <a:gd name="connsiteX19" fmla="*/ 986540 w 5953893"/>
                <a:gd name="connsiteY19" fmla="*/ 1416383 h 6434152"/>
                <a:gd name="connsiteX20" fmla="*/ 2739452 w 5953893"/>
                <a:gd name="connsiteY20" fmla="*/ 676244 h 6434152"/>
                <a:gd name="connsiteX21" fmla="*/ 3794947 w 5953893"/>
                <a:gd name="connsiteY21" fmla="*/ 979795 h 6434152"/>
                <a:gd name="connsiteX22" fmla="*/ 4744762 w 5953893"/>
                <a:gd name="connsiteY22" fmla="*/ 1810250 h 6434152"/>
                <a:gd name="connsiteX23" fmla="*/ 5215827 w 5953893"/>
                <a:gd name="connsiteY23" fmla="*/ 2768871 h 6434152"/>
                <a:gd name="connsiteX24" fmla="*/ 5208520 w 5953893"/>
                <a:gd name="connsiteY24" fmla="*/ 3766654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208520" y="3766654"/>
                  </a:moveTo>
                  <a:cubicBezTo>
                    <a:pt x="5173667" y="3891634"/>
                    <a:pt x="5133194" y="3982699"/>
                    <a:pt x="5094782" y="4022985"/>
                  </a:cubicBezTo>
                  <a:cubicBezTo>
                    <a:pt x="5060492" y="4058962"/>
                    <a:pt x="4984792" y="4099435"/>
                    <a:pt x="4888855" y="4150777"/>
                  </a:cubicBezTo>
                  <a:cubicBezTo>
                    <a:pt x="4693420" y="4255333"/>
                    <a:pt x="4426033" y="4398489"/>
                    <a:pt x="4135411" y="4694170"/>
                  </a:cubicBezTo>
                  <a:cubicBezTo>
                    <a:pt x="4024297" y="4807158"/>
                    <a:pt x="3921239" y="4920334"/>
                    <a:pt x="3821555" y="5029762"/>
                  </a:cubicBezTo>
                  <a:cubicBezTo>
                    <a:pt x="3385341" y="5508324"/>
                    <a:pt x="3138940" y="5758097"/>
                    <a:pt x="2739265" y="5758097"/>
                  </a:cubicBezTo>
                  <a:cubicBezTo>
                    <a:pt x="2374442" y="5758097"/>
                    <a:pt x="2023297" y="5679211"/>
                    <a:pt x="1695575" y="5523876"/>
                  </a:cubicBezTo>
                  <a:cubicBezTo>
                    <a:pt x="1381906" y="5375098"/>
                    <a:pt x="1095219" y="5154930"/>
                    <a:pt x="866619" y="4887356"/>
                  </a:cubicBezTo>
                  <a:cubicBezTo>
                    <a:pt x="673246" y="4661005"/>
                    <a:pt x="522220" y="4404673"/>
                    <a:pt x="417851" y="4125481"/>
                  </a:cubicBezTo>
                  <a:cubicBezTo>
                    <a:pt x="309547" y="3836171"/>
                    <a:pt x="254645" y="3530558"/>
                    <a:pt x="254645" y="3217264"/>
                  </a:cubicBezTo>
                  <a:cubicBezTo>
                    <a:pt x="254645" y="2872490"/>
                    <a:pt x="320790" y="2538585"/>
                    <a:pt x="451204" y="2224540"/>
                  </a:cubicBezTo>
                  <a:cubicBezTo>
                    <a:pt x="577121" y="1921739"/>
                    <a:pt x="757191" y="1649855"/>
                    <a:pt x="986540" y="1416383"/>
                  </a:cubicBezTo>
                  <a:cubicBezTo>
                    <a:pt x="1455357" y="939134"/>
                    <a:pt x="2078011" y="676244"/>
                    <a:pt x="2739452" y="676244"/>
                  </a:cubicBezTo>
                  <a:cubicBezTo>
                    <a:pt x="3075232" y="676244"/>
                    <a:pt x="3440243" y="781175"/>
                    <a:pt x="3794947" y="979795"/>
                  </a:cubicBezTo>
                  <a:cubicBezTo>
                    <a:pt x="4158459" y="1183286"/>
                    <a:pt x="4486931" y="1470348"/>
                    <a:pt x="4744762" y="1810250"/>
                  </a:cubicBezTo>
                  <a:cubicBezTo>
                    <a:pt x="4971862" y="2109491"/>
                    <a:pt x="5134693" y="2440961"/>
                    <a:pt x="5215827" y="2768871"/>
                  </a:cubicBezTo>
                  <a:cubicBezTo>
                    <a:pt x="5300334" y="3110834"/>
                    <a:pt x="5297898" y="3446614"/>
                    <a:pt x="5208520" y="376665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6" name="Freeform: Shape 15">
              <a:extLst>
                <a:ext uri="{FF2B5EF4-FFF2-40B4-BE49-F238E27FC236}">
                  <a16:creationId xmlns:a16="http://schemas.microsoft.com/office/drawing/2014/main" id="{F22C906F-48B7-4ABF-B36E-0C0A056A5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3725"/>
              <a:ext cx="5855313" cy="6880645"/>
            </a:xfrm>
            <a:custGeom>
              <a:avLst/>
              <a:gdLst>
                <a:gd name="connsiteX0" fmla="*/ 5855313 w 5855313"/>
                <a:gd name="connsiteY0" fmla="*/ 4717843 h 6880645"/>
                <a:gd name="connsiteX1" fmla="*/ 5855313 w 5855313"/>
                <a:gd name="connsiteY1" fmla="*/ 6880645 h 6880645"/>
                <a:gd name="connsiteX2" fmla="*/ 0 w 5855313"/>
                <a:gd name="connsiteY2" fmla="*/ 6880645 h 6880645"/>
                <a:gd name="connsiteX3" fmla="*/ 0 w 5855313"/>
                <a:gd name="connsiteY3" fmla="*/ 5268859 h 6880645"/>
                <a:gd name="connsiteX4" fmla="*/ 36130 w 5855313"/>
                <a:gd name="connsiteY4" fmla="*/ 5327430 h 6880645"/>
                <a:gd name="connsiteX5" fmla="*/ 2782721 w 5855313"/>
                <a:gd name="connsiteY5" fmla="*/ 6765687 h 6880645"/>
                <a:gd name="connsiteX6" fmla="*/ 5834702 w 5855313"/>
                <a:gd name="connsiteY6" fmla="*/ 4773305 h 6880645"/>
                <a:gd name="connsiteX7" fmla="*/ 9148 w 5855313"/>
                <a:gd name="connsiteY7" fmla="*/ 0 h 6880645"/>
                <a:gd name="connsiteX8" fmla="*/ 5855312 w 5855313"/>
                <a:gd name="connsiteY8" fmla="*/ 0 h 6880645"/>
                <a:gd name="connsiteX9" fmla="*/ 5855312 w 5855313"/>
                <a:gd name="connsiteY9" fmla="*/ 96759 h 6880645"/>
                <a:gd name="connsiteX10" fmla="*/ 5855313 w 5855313"/>
                <a:gd name="connsiteY10" fmla="*/ 96759 h 6880645"/>
                <a:gd name="connsiteX11" fmla="*/ 5855313 w 5855313"/>
                <a:gd name="connsiteY11" fmla="*/ 2289203 h 6880645"/>
                <a:gd name="connsiteX12" fmla="*/ 5834702 w 5855313"/>
                <a:gd name="connsiteY12" fmla="*/ 2233742 h 6880645"/>
                <a:gd name="connsiteX13" fmla="*/ 2782721 w 5855313"/>
                <a:gd name="connsiteY13" fmla="*/ 241359 h 6880645"/>
                <a:gd name="connsiteX14" fmla="*/ 36130 w 5855313"/>
                <a:gd name="connsiteY14" fmla="*/ 1679616 h 6880645"/>
                <a:gd name="connsiteX15" fmla="*/ 0 w 5855313"/>
                <a:gd name="connsiteY15" fmla="*/ 1738187 h 6880645"/>
                <a:gd name="connsiteX16" fmla="*/ 0 w 5855313"/>
                <a:gd name="connsiteY16" fmla="*/ 96759 h 6880645"/>
                <a:gd name="connsiteX17" fmla="*/ 9148 w 5855313"/>
                <a:gd name="connsiteY17" fmla="*/ 96759 h 688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55313" h="6880645">
                  <a:moveTo>
                    <a:pt x="5855313" y="4717843"/>
                  </a:moveTo>
                  <a:lnTo>
                    <a:pt x="5855313" y="6880645"/>
                  </a:lnTo>
                  <a:lnTo>
                    <a:pt x="0" y="6880645"/>
                  </a:lnTo>
                  <a:lnTo>
                    <a:pt x="0" y="5268859"/>
                  </a:lnTo>
                  <a:lnTo>
                    <a:pt x="36130" y="5327430"/>
                  </a:lnTo>
                  <a:cubicBezTo>
                    <a:pt x="631370" y="6195172"/>
                    <a:pt x="1639396" y="6765687"/>
                    <a:pt x="2782721" y="6765687"/>
                  </a:cubicBezTo>
                  <a:cubicBezTo>
                    <a:pt x="4154711" y="6765687"/>
                    <a:pt x="5331871" y="5944145"/>
                    <a:pt x="5834702" y="4773305"/>
                  </a:cubicBezTo>
                  <a:close/>
                  <a:moveTo>
                    <a:pt x="9148" y="0"/>
                  </a:moveTo>
                  <a:lnTo>
                    <a:pt x="5855312" y="0"/>
                  </a:lnTo>
                  <a:lnTo>
                    <a:pt x="5855312" y="96759"/>
                  </a:lnTo>
                  <a:lnTo>
                    <a:pt x="5855313" y="96759"/>
                  </a:lnTo>
                  <a:lnTo>
                    <a:pt x="5855313" y="2289203"/>
                  </a:lnTo>
                  <a:lnTo>
                    <a:pt x="5834702" y="2233742"/>
                  </a:lnTo>
                  <a:cubicBezTo>
                    <a:pt x="5331871" y="1062902"/>
                    <a:pt x="4154711" y="241359"/>
                    <a:pt x="2782721" y="241359"/>
                  </a:cubicBezTo>
                  <a:cubicBezTo>
                    <a:pt x="1639396" y="241359"/>
                    <a:pt x="631370" y="811875"/>
                    <a:pt x="36130" y="1679616"/>
                  </a:cubicBezTo>
                  <a:lnTo>
                    <a:pt x="0" y="1738187"/>
                  </a:lnTo>
                  <a:lnTo>
                    <a:pt x="0" y="96759"/>
                  </a:lnTo>
                  <a:lnTo>
                    <a:pt x="9148" y="96759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7" name="Freeform: Shape 16">
              <a:extLst>
                <a:ext uri="{FF2B5EF4-FFF2-40B4-BE49-F238E27FC236}">
                  <a16:creationId xmlns:a16="http://schemas.microsoft.com/office/drawing/2014/main" id="{B4ABE2AA-A788-450F-94A8-AED4B698F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6370"/>
              <a:ext cx="6254832" cy="6864558"/>
            </a:xfrm>
            <a:custGeom>
              <a:avLst/>
              <a:gdLst>
                <a:gd name="connsiteX0" fmla="*/ 2766060 w 6254832"/>
                <a:gd name="connsiteY0" fmla="*/ 0 h 6864558"/>
                <a:gd name="connsiteX1" fmla="*/ 0 w 6254832"/>
                <a:gd name="connsiteY1" fmla="*/ 1340683 h 6864558"/>
                <a:gd name="connsiteX2" fmla="*/ 0 w 6254832"/>
                <a:gd name="connsiteY2" fmla="*/ 2201306 h 6864558"/>
                <a:gd name="connsiteX3" fmla="*/ 1312 w 6254832"/>
                <a:gd name="connsiteY3" fmla="*/ 2197746 h 6864558"/>
                <a:gd name="connsiteX4" fmla="*/ 612723 w 6254832"/>
                <a:gd name="connsiteY4" fmla="*/ 1201649 h 6864558"/>
                <a:gd name="connsiteX5" fmla="*/ 1571344 w 6254832"/>
                <a:gd name="connsiteY5" fmla="*/ 483245 h 6864558"/>
                <a:gd name="connsiteX6" fmla="*/ 1641235 w 6254832"/>
                <a:gd name="connsiteY6" fmla="*/ 452328 h 6864558"/>
                <a:gd name="connsiteX7" fmla="*/ 1711502 w 6254832"/>
                <a:gd name="connsiteY7" fmla="*/ 422348 h 6864558"/>
                <a:gd name="connsiteX8" fmla="*/ 1783080 w 6254832"/>
                <a:gd name="connsiteY8" fmla="*/ 395178 h 6864558"/>
                <a:gd name="connsiteX9" fmla="*/ 1855220 w 6254832"/>
                <a:gd name="connsiteY9" fmla="*/ 369133 h 6864558"/>
                <a:gd name="connsiteX10" fmla="*/ 1928297 w 6254832"/>
                <a:gd name="connsiteY10" fmla="*/ 345711 h 6864558"/>
                <a:gd name="connsiteX11" fmla="*/ 2001749 w 6254832"/>
                <a:gd name="connsiteY11" fmla="*/ 323600 h 6864558"/>
                <a:gd name="connsiteX12" fmla="*/ 2076138 w 6254832"/>
                <a:gd name="connsiteY12" fmla="*/ 304300 h 6864558"/>
                <a:gd name="connsiteX13" fmla="*/ 2113426 w 6254832"/>
                <a:gd name="connsiteY13" fmla="*/ 294744 h 6864558"/>
                <a:gd name="connsiteX14" fmla="*/ 2132163 w 6254832"/>
                <a:gd name="connsiteY14" fmla="*/ 290060 h 6864558"/>
                <a:gd name="connsiteX15" fmla="*/ 2151089 w 6254832"/>
                <a:gd name="connsiteY15" fmla="*/ 286312 h 6864558"/>
                <a:gd name="connsiteX16" fmla="*/ 2763249 w 6254832"/>
                <a:gd name="connsiteY16" fmla="*/ 218482 h 6864558"/>
                <a:gd name="connsiteX17" fmla="*/ 3372225 w 6254832"/>
                <a:gd name="connsiteY17" fmla="*/ 301302 h 6864558"/>
                <a:gd name="connsiteX18" fmla="*/ 3663596 w 6254832"/>
                <a:gd name="connsiteY18" fmla="*/ 398364 h 6864558"/>
                <a:gd name="connsiteX19" fmla="*/ 3941663 w 6254832"/>
                <a:gd name="connsiteY19" fmla="*/ 526717 h 6864558"/>
                <a:gd name="connsiteX20" fmla="*/ 4204366 w 6254832"/>
                <a:gd name="connsiteY20" fmla="*/ 681678 h 6864558"/>
                <a:gd name="connsiteX21" fmla="*/ 4450018 w 6254832"/>
                <a:gd name="connsiteY21" fmla="*/ 860061 h 6864558"/>
                <a:gd name="connsiteX22" fmla="*/ 4678992 w 6254832"/>
                <a:gd name="connsiteY22" fmla="*/ 1057181 h 6864558"/>
                <a:gd name="connsiteX23" fmla="*/ 4889791 w 6254832"/>
                <a:gd name="connsiteY23" fmla="*/ 1271166 h 6864558"/>
                <a:gd name="connsiteX24" fmla="*/ 5083164 w 6254832"/>
                <a:gd name="connsiteY24" fmla="*/ 1498642 h 6864558"/>
                <a:gd name="connsiteX25" fmla="*/ 5257987 w 6254832"/>
                <a:gd name="connsiteY25" fmla="*/ 1738484 h 6864558"/>
                <a:gd name="connsiteX26" fmla="*/ 5413510 w 6254832"/>
                <a:gd name="connsiteY26" fmla="*/ 1989195 h 6864558"/>
                <a:gd name="connsiteX27" fmla="*/ 5548609 w 6254832"/>
                <a:gd name="connsiteY27" fmla="*/ 2249462 h 6864558"/>
                <a:gd name="connsiteX28" fmla="*/ 5747791 w 6254832"/>
                <a:gd name="connsiteY28" fmla="*/ 2795666 h 6864558"/>
                <a:gd name="connsiteX29" fmla="*/ 5806814 w 6254832"/>
                <a:gd name="connsiteY29" fmla="*/ 3078980 h 6864558"/>
                <a:gd name="connsiteX30" fmla="*/ 5816933 w 6254832"/>
                <a:gd name="connsiteY30" fmla="*/ 3150558 h 6864558"/>
                <a:gd name="connsiteX31" fmla="*/ 5825178 w 6254832"/>
                <a:gd name="connsiteY31" fmla="*/ 3222323 h 6864558"/>
                <a:gd name="connsiteX32" fmla="*/ 5831923 w 6254832"/>
                <a:gd name="connsiteY32" fmla="*/ 3294276 h 6864558"/>
                <a:gd name="connsiteX33" fmla="*/ 5836233 w 6254832"/>
                <a:gd name="connsiteY33" fmla="*/ 3366416 h 6864558"/>
                <a:gd name="connsiteX34" fmla="*/ 5833047 w 6254832"/>
                <a:gd name="connsiteY34" fmla="*/ 3655726 h 6864558"/>
                <a:gd name="connsiteX35" fmla="*/ 5827426 w 6254832"/>
                <a:gd name="connsiteY35" fmla="*/ 3728054 h 6864558"/>
                <a:gd name="connsiteX36" fmla="*/ 5819556 w 6254832"/>
                <a:gd name="connsiteY36" fmla="*/ 3800194 h 6864558"/>
                <a:gd name="connsiteX37" fmla="*/ 5809063 w 6254832"/>
                <a:gd name="connsiteY37" fmla="*/ 3872147 h 6864558"/>
                <a:gd name="connsiteX38" fmla="*/ 5796696 w 6254832"/>
                <a:gd name="connsiteY38" fmla="*/ 3943912 h 6864558"/>
                <a:gd name="connsiteX39" fmla="*/ 5725305 w 6254832"/>
                <a:gd name="connsiteY39" fmla="*/ 4225165 h 6864558"/>
                <a:gd name="connsiteX40" fmla="*/ 5605384 w 6254832"/>
                <a:gd name="connsiteY40" fmla="*/ 4478312 h 6864558"/>
                <a:gd name="connsiteX41" fmla="*/ 5412573 w 6254832"/>
                <a:gd name="connsiteY41" fmla="*/ 4677306 h 6864558"/>
                <a:gd name="connsiteX42" fmla="*/ 5155867 w 6254832"/>
                <a:gd name="connsiteY42" fmla="*/ 4834703 h 6864558"/>
                <a:gd name="connsiteX43" fmla="*/ 4645452 w 6254832"/>
                <a:gd name="connsiteY43" fmla="*/ 5207396 h 6864558"/>
                <a:gd name="connsiteX44" fmla="*/ 4536211 w 6254832"/>
                <a:gd name="connsiteY44" fmla="*/ 5319072 h 6864558"/>
                <a:gd name="connsiteX45" fmla="*/ 4430343 w 6254832"/>
                <a:gd name="connsiteY45" fmla="*/ 5432061 h 6864558"/>
                <a:gd name="connsiteX46" fmla="*/ 4220668 w 6254832"/>
                <a:gd name="connsiteY46" fmla="*/ 5657663 h 6864558"/>
                <a:gd name="connsiteX47" fmla="*/ 4115174 w 6254832"/>
                <a:gd name="connsiteY47" fmla="*/ 5768777 h 6864558"/>
                <a:gd name="connsiteX48" fmla="*/ 4007245 w 6254832"/>
                <a:gd name="connsiteY48" fmla="*/ 5876707 h 6864558"/>
                <a:gd name="connsiteX49" fmla="*/ 3781081 w 6254832"/>
                <a:gd name="connsiteY49" fmla="*/ 6078887 h 6864558"/>
                <a:gd name="connsiteX50" fmla="*/ 3534493 w 6254832"/>
                <a:gd name="connsiteY50" fmla="*/ 6249775 h 6864558"/>
                <a:gd name="connsiteX51" fmla="*/ 3265232 w 6254832"/>
                <a:gd name="connsiteY51" fmla="*/ 6373068 h 6864558"/>
                <a:gd name="connsiteX52" fmla="*/ 3194779 w 6254832"/>
                <a:gd name="connsiteY52" fmla="*/ 6394804 h 6864558"/>
                <a:gd name="connsiteX53" fmla="*/ 3123575 w 6254832"/>
                <a:gd name="connsiteY53" fmla="*/ 6412792 h 6864558"/>
                <a:gd name="connsiteX54" fmla="*/ 3051435 w 6254832"/>
                <a:gd name="connsiteY54" fmla="*/ 6426471 h 6864558"/>
                <a:gd name="connsiteX55" fmla="*/ 2978733 w 6254832"/>
                <a:gd name="connsiteY55" fmla="*/ 6436214 h 6864558"/>
                <a:gd name="connsiteX56" fmla="*/ 2905656 w 6254832"/>
                <a:gd name="connsiteY56" fmla="*/ 6442211 h 6864558"/>
                <a:gd name="connsiteX57" fmla="*/ 2832204 w 6254832"/>
                <a:gd name="connsiteY57" fmla="*/ 6444459 h 6864558"/>
                <a:gd name="connsiteX58" fmla="*/ 2758565 w 6254832"/>
                <a:gd name="connsiteY58" fmla="*/ 6443335 h 6864558"/>
                <a:gd name="connsiteX59" fmla="*/ 2683239 w 6254832"/>
                <a:gd name="connsiteY59" fmla="*/ 6438463 h 6864558"/>
                <a:gd name="connsiteX60" fmla="*/ 2091503 w 6254832"/>
                <a:gd name="connsiteY60" fmla="*/ 6343275 h 6864558"/>
                <a:gd name="connsiteX61" fmla="*/ 1948347 w 6254832"/>
                <a:gd name="connsiteY61" fmla="*/ 6301490 h 6864558"/>
                <a:gd name="connsiteX62" fmla="*/ 1807626 w 6254832"/>
                <a:gd name="connsiteY62" fmla="*/ 6252585 h 6864558"/>
                <a:gd name="connsiteX63" fmla="*/ 1738297 w 6254832"/>
                <a:gd name="connsiteY63" fmla="*/ 6225790 h 6864558"/>
                <a:gd name="connsiteX64" fmla="*/ 1669529 w 6254832"/>
                <a:gd name="connsiteY64" fmla="*/ 6197684 h 6864558"/>
                <a:gd name="connsiteX65" fmla="*/ 1635239 w 6254832"/>
                <a:gd name="connsiteY65" fmla="*/ 6183630 h 6864558"/>
                <a:gd name="connsiteX66" fmla="*/ 1601699 w 6254832"/>
                <a:gd name="connsiteY66" fmla="*/ 6167891 h 6864558"/>
                <a:gd name="connsiteX67" fmla="*/ 1534618 w 6254832"/>
                <a:gd name="connsiteY67" fmla="*/ 6136411 h 6864558"/>
                <a:gd name="connsiteX68" fmla="*/ 592299 w 6254832"/>
                <a:gd name="connsiteY68" fmla="*/ 5443116 h 6864558"/>
                <a:gd name="connsiteX69" fmla="*/ 0 w 6254832"/>
                <a:gd name="connsiteY69" fmla="*/ 4496675 h 6864558"/>
                <a:gd name="connsiteX70" fmla="*/ 0 w 6254832"/>
                <a:gd name="connsiteY70" fmla="*/ 5523875 h 6864558"/>
                <a:gd name="connsiteX71" fmla="*/ 2766060 w 6254832"/>
                <a:gd name="connsiteY71" fmla="*/ 6864559 h 6864558"/>
                <a:gd name="connsiteX72" fmla="*/ 6254833 w 6254832"/>
                <a:gd name="connsiteY72" fmla="*/ 3432373 h 6864558"/>
                <a:gd name="connsiteX73" fmla="*/ 2766060 w 6254832"/>
                <a:gd name="connsiteY73" fmla="*/ 0 h 6864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6254832" h="6864558">
                  <a:moveTo>
                    <a:pt x="2766060" y="0"/>
                  </a:moveTo>
                  <a:cubicBezTo>
                    <a:pt x="1639549" y="0"/>
                    <a:pt x="637831" y="525405"/>
                    <a:pt x="0" y="1340683"/>
                  </a:cubicBezTo>
                  <a:lnTo>
                    <a:pt x="0" y="2201306"/>
                  </a:lnTo>
                  <a:cubicBezTo>
                    <a:pt x="375" y="2200181"/>
                    <a:pt x="937" y="2198870"/>
                    <a:pt x="1312" y="2197746"/>
                  </a:cubicBezTo>
                  <a:cubicBezTo>
                    <a:pt x="142969" y="1837045"/>
                    <a:pt x="347959" y="1497143"/>
                    <a:pt x="612723" y="1201649"/>
                  </a:cubicBezTo>
                  <a:cubicBezTo>
                    <a:pt x="876550" y="906155"/>
                    <a:pt x="1201836" y="655258"/>
                    <a:pt x="1571344" y="483245"/>
                  </a:cubicBezTo>
                  <a:lnTo>
                    <a:pt x="1641235" y="452328"/>
                  </a:lnTo>
                  <a:cubicBezTo>
                    <a:pt x="1664658" y="442210"/>
                    <a:pt x="1687518" y="430967"/>
                    <a:pt x="1711502" y="422348"/>
                  </a:cubicBezTo>
                  <a:lnTo>
                    <a:pt x="1783080" y="395178"/>
                  </a:lnTo>
                  <a:cubicBezTo>
                    <a:pt x="1807064" y="386372"/>
                    <a:pt x="1830674" y="376441"/>
                    <a:pt x="1855220" y="369133"/>
                  </a:cubicBezTo>
                  <a:lnTo>
                    <a:pt x="1928297" y="345711"/>
                  </a:lnTo>
                  <a:cubicBezTo>
                    <a:pt x="1952656" y="338028"/>
                    <a:pt x="1976828" y="329409"/>
                    <a:pt x="2001749" y="323600"/>
                  </a:cubicBezTo>
                  <a:lnTo>
                    <a:pt x="2076138" y="304300"/>
                  </a:lnTo>
                  <a:lnTo>
                    <a:pt x="2113426" y="294744"/>
                  </a:lnTo>
                  <a:lnTo>
                    <a:pt x="2132163" y="290060"/>
                  </a:lnTo>
                  <a:lnTo>
                    <a:pt x="2151089" y="286312"/>
                  </a:lnTo>
                  <a:cubicBezTo>
                    <a:pt x="2351395" y="241716"/>
                    <a:pt x="2557322" y="219044"/>
                    <a:pt x="2763249" y="218482"/>
                  </a:cubicBezTo>
                  <a:cubicBezTo>
                    <a:pt x="2968802" y="218294"/>
                    <a:pt x="3174167" y="247900"/>
                    <a:pt x="3372225" y="301302"/>
                  </a:cubicBezTo>
                  <a:cubicBezTo>
                    <a:pt x="3471347" y="327910"/>
                    <a:pt x="3568596" y="360513"/>
                    <a:pt x="3663596" y="398364"/>
                  </a:cubicBezTo>
                  <a:cubicBezTo>
                    <a:pt x="3758784" y="435652"/>
                    <a:pt x="3851348" y="479311"/>
                    <a:pt x="3941663" y="526717"/>
                  </a:cubicBezTo>
                  <a:cubicBezTo>
                    <a:pt x="4031979" y="573936"/>
                    <a:pt x="4119297" y="626402"/>
                    <a:pt x="4204366" y="681678"/>
                  </a:cubicBezTo>
                  <a:cubicBezTo>
                    <a:pt x="4289060" y="737516"/>
                    <a:pt x="4370944" y="797289"/>
                    <a:pt x="4450018" y="860061"/>
                  </a:cubicBezTo>
                  <a:cubicBezTo>
                    <a:pt x="4529091" y="922832"/>
                    <a:pt x="4605540" y="988601"/>
                    <a:pt x="4678992" y="1057181"/>
                  </a:cubicBezTo>
                  <a:cubicBezTo>
                    <a:pt x="4752444" y="1125574"/>
                    <a:pt x="4822335" y="1197527"/>
                    <a:pt x="4889791" y="1271166"/>
                  </a:cubicBezTo>
                  <a:cubicBezTo>
                    <a:pt x="4957247" y="1344805"/>
                    <a:pt x="5021705" y="1420693"/>
                    <a:pt x="5083164" y="1498642"/>
                  </a:cubicBezTo>
                  <a:cubicBezTo>
                    <a:pt x="5144062" y="1576965"/>
                    <a:pt x="5202899" y="1656601"/>
                    <a:pt x="5257987" y="1738484"/>
                  </a:cubicBezTo>
                  <a:cubicBezTo>
                    <a:pt x="5313076" y="1820368"/>
                    <a:pt x="5365354" y="1903751"/>
                    <a:pt x="5413510" y="1989195"/>
                  </a:cubicBezTo>
                  <a:cubicBezTo>
                    <a:pt x="5462041" y="2074451"/>
                    <a:pt x="5507011" y="2161207"/>
                    <a:pt x="5548609" y="2249462"/>
                  </a:cubicBezTo>
                  <a:cubicBezTo>
                    <a:pt x="5631430" y="2426158"/>
                    <a:pt x="5698323" y="2608851"/>
                    <a:pt x="5747791" y="2795666"/>
                  </a:cubicBezTo>
                  <a:cubicBezTo>
                    <a:pt x="5771963" y="2889167"/>
                    <a:pt x="5791825" y="2983792"/>
                    <a:pt x="5806814" y="3078980"/>
                  </a:cubicBezTo>
                  <a:cubicBezTo>
                    <a:pt x="5810562" y="3102777"/>
                    <a:pt x="5814497" y="3126574"/>
                    <a:pt x="5816933" y="3150558"/>
                  </a:cubicBezTo>
                  <a:cubicBezTo>
                    <a:pt x="5819556" y="3174542"/>
                    <a:pt x="5823304" y="3198339"/>
                    <a:pt x="5825178" y="3222323"/>
                  </a:cubicBezTo>
                  <a:cubicBezTo>
                    <a:pt x="5827426" y="3246308"/>
                    <a:pt x="5830050" y="3270292"/>
                    <a:pt x="5831923" y="3294276"/>
                  </a:cubicBezTo>
                  <a:lnTo>
                    <a:pt x="5836233" y="3366416"/>
                  </a:lnTo>
                  <a:cubicBezTo>
                    <a:pt x="5839981" y="3462728"/>
                    <a:pt x="5839981" y="3559227"/>
                    <a:pt x="5833047" y="3655726"/>
                  </a:cubicBezTo>
                  <a:cubicBezTo>
                    <a:pt x="5830986" y="3679711"/>
                    <a:pt x="5830237" y="3704069"/>
                    <a:pt x="5827426" y="3728054"/>
                  </a:cubicBezTo>
                  <a:lnTo>
                    <a:pt x="5819556" y="3800194"/>
                  </a:lnTo>
                  <a:lnTo>
                    <a:pt x="5809063" y="3872147"/>
                  </a:lnTo>
                  <a:cubicBezTo>
                    <a:pt x="5805690" y="3896131"/>
                    <a:pt x="5800818" y="3919928"/>
                    <a:pt x="5796696" y="3943912"/>
                  </a:cubicBezTo>
                  <a:cubicBezTo>
                    <a:pt x="5778708" y="4039287"/>
                    <a:pt x="5755848" y="4134662"/>
                    <a:pt x="5725305" y="4225165"/>
                  </a:cubicBezTo>
                  <a:cubicBezTo>
                    <a:pt x="5694763" y="4315669"/>
                    <a:pt x="5656726" y="4402237"/>
                    <a:pt x="5605384" y="4478312"/>
                  </a:cubicBezTo>
                  <a:cubicBezTo>
                    <a:pt x="5554980" y="4555324"/>
                    <a:pt x="5489960" y="4620718"/>
                    <a:pt x="5412573" y="4677306"/>
                  </a:cubicBezTo>
                  <a:cubicBezTo>
                    <a:pt x="5335374" y="4734269"/>
                    <a:pt x="5245995" y="4782987"/>
                    <a:pt x="5155867" y="4834703"/>
                  </a:cubicBezTo>
                  <a:cubicBezTo>
                    <a:pt x="4973924" y="4936261"/>
                    <a:pt x="4794791" y="5058806"/>
                    <a:pt x="4645452" y="5207396"/>
                  </a:cubicBezTo>
                  <a:cubicBezTo>
                    <a:pt x="4607414" y="5244497"/>
                    <a:pt x="4571813" y="5281597"/>
                    <a:pt x="4536211" y="5319072"/>
                  </a:cubicBezTo>
                  <a:lnTo>
                    <a:pt x="4430343" y="5432061"/>
                  </a:lnTo>
                  <a:cubicBezTo>
                    <a:pt x="4360264" y="5507574"/>
                    <a:pt x="4290934" y="5583087"/>
                    <a:pt x="4220668" y="5657663"/>
                  </a:cubicBezTo>
                  <a:cubicBezTo>
                    <a:pt x="4185628" y="5694951"/>
                    <a:pt x="4150589" y="5732052"/>
                    <a:pt x="4115174" y="5768777"/>
                  </a:cubicBezTo>
                  <a:cubicBezTo>
                    <a:pt x="4079573" y="5805316"/>
                    <a:pt x="4043597" y="5841292"/>
                    <a:pt x="4007245" y="5876707"/>
                  </a:cubicBezTo>
                  <a:cubicBezTo>
                    <a:pt x="3934543" y="5947723"/>
                    <a:pt x="3859405" y="6015740"/>
                    <a:pt x="3781081" y="6078887"/>
                  </a:cubicBezTo>
                  <a:cubicBezTo>
                    <a:pt x="3702945" y="6142220"/>
                    <a:pt x="3620312" y="6199557"/>
                    <a:pt x="3534493" y="6249775"/>
                  </a:cubicBezTo>
                  <a:cubicBezTo>
                    <a:pt x="3448300" y="6299429"/>
                    <a:pt x="3358359" y="6341589"/>
                    <a:pt x="3265232" y="6373068"/>
                  </a:cubicBezTo>
                  <a:cubicBezTo>
                    <a:pt x="3241998" y="6381313"/>
                    <a:pt x="3218201" y="6387497"/>
                    <a:pt x="3194779" y="6394804"/>
                  </a:cubicBezTo>
                  <a:cubicBezTo>
                    <a:pt x="3171169" y="6401175"/>
                    <a:pt x="3147185" y="6406797"/>
                    <a:pt x="3123575" y="6412792"/>
                  </a:cubicBezTo>
                  <a:cubicBezTo>
                    <a:pt x="3099404" y="6417477"/>
                    <a:pt x="3075420" y="6422161"/>
                    <a:pt x="3051435" y="6426471"/>
                  </a:cubicBezTo>
                  <a:cubicBezTo>
                    <a:pt x="3027076" y="6429657"/>
                    <a:pt x="3002904" y="6433591"/>
                    <a:pt x="2978733" y="6436214"/>
                  </a:cubicBezTo>
                  <a:cubicBezTo>
                    <a:pt x="2954374" y="6438088"/>
                    <a:pt x="2930015" y="6440899"/>
                    <a:pt x="2905656" y="6442211"/>
                  </a:cubicBezTo>
                  <a:cubicBezTo>
                    <a:pt x="2881109" y="6442960"/>
                    <a:pt x="2856751" y="6444272"/>
                    <a:pt x="2832204" y="6444459"/>
                  </a:cubicBezTo>
                  <a:cubicBezTo>
                    <a:pt x="2807658" y="6444084"/>
                    <a:pt x="2783298" y="6444084"/>
                    <a:pt x="2758565" y="6443335"/>
                  </a:cubicBezTo>
                  <a:lnTo>
                    <a:pt x="2683239" y="6438463"/>
                  </a:lnTo>
                  <a:cubicBezTo>
                    <a:pt x="2482559" y="6425909"/>
                    <a:pt x="2284126" y="6393492"/>
                    <a:pt x="2091503" y="6343275"/>
                  </a:cubicBezTo>
                  <a:lnTo>
                    <a:pt x="1948347" y="6301490"/>
                  </a:lnTo>
                  <a:cubicBezTo>
                    <a:pt x="1901127" y="6286126"/>
                    <a:pt x="1854658" y="6268699"/>
                    <a:pt x="1807626" y="6252585"/>
                  </a:cubicBezTo>
                  <a:cubicBezTo>
                    <a:pt x="1784017" y="6245090"/>
                    <a:pt x="1761344" y="6234972"/>
                    <a:pt x="1738297" y="6225790"/>
                  </a:cubicBezTo>
                  <a:lnTo>
                    <a:pt x="1669529" y="6197684"/>
                  </a:lnTo>
                  <a:lnTo>
                    <a:pt x="1635239" y="6183630"/>
                  </a:lnTo>
                  <a:lnTo>
                    <a:pt x="1601699" y="6167891"/>
                  </a:lnTo>
                  <a:lnTo>
                    <a:pt x="1534618" y="6136411"/>
                  </a:lnTo>
                  <a:cubicBezTo>
                    <a:pt x="1179164" y="5964961"/>
                    <a:pt x="857250" y="5729616"/>
                    <a:pt x="592299" y="5443116"/>
                  </a:cubicBezTo>
                  <a:cubicBezTo>
                    <a:pt x="336904" y="5166173"/>
                    <a:pt x="137160" y="4842573"/>
                    <a:pt x="0" y="4496675"/>
                  </a:cubicBezTo>
                  <a:lnTo>
                    <a:pt x="0" y="5523875"/>
                  </a:lnTo>
                  <a:cubicBezTo>
                    <a:pt x="637831" y="6338966"/>
                    <a:pt x="1639549" y="6864559"/>
                    <a:pt x="2766060" y="6864559"/>
                  </a:cubicBezTo>
                  <a:cubicBezTo>
                    <a:pt x="4692858" y="6864559"/>
                    <a:pt x="6254833" y="5327879"/>
                    <a:pt x="6254833" y="3432373"/>
                  </a:cubicBezTo>
                  <a:cubicBezTo>
                    <a:pt x="6254833" y="1536679"/>
                    <a:pt x="4692858" y="0"/>
                    <a:pt x="2766060" y="0"/>
                  </a:cubicBezTo>
                  <a:close/>
                </a:path>
              </a:pathLst>
            </a:custGeom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FA565F2-422E-B856-F7BF-956B67C9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 anchor="b"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Monetization</a:t>
            </a:r>
            <a:endParaRPr lang="en-IN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BE811-48C2-3658-C8E3-6DDCF9B3C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15756"/>
            <a:ext cx="4977578" cy="3639289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tx2"/>
                </a:solidFill>
              </a:rPr>
              <a:t>Small Banner ads from google play services 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tx2"/>
                </a:solidFill>
              </a:rPr>
              <a:t>In-game purchases of Skins and costumes.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tx2"/>
                </a:solidFill>
              </a:rPr>
              <a:t>In-Game purchase for multiplayer options and infinite gameplay experience. </a:t>
            </a:r>
          </a:p>
          <a:p>
            <a:endParaRPr lang="en-IN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3216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F75AD06-DFC4-4B3A-8490-330823D0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587C93-0840-40DF-96D5-D1F2137E6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771CE7-105B-EECE-FB38-C52EF0CF8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504" y="2722433"/>
            <a:ext cx="4130185" cy="405428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Marketing </a:t>
            </a:r>
            <a:endParaRPr lang="en-IN" sz="3600" dirty="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02D55A-F529-4B19-BAF9-F63240A7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3839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367E3C-3947-493D-9458-5955DB20A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E8D9785-21DB-4CE6-B138-2999AD6161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3AA5AD5-8F29-4165-8112-305DDDDDD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4EC0CF-F38F-4D7F-B48D-9A26E814D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655D0-7440-BC80-378F-5E85DB29E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5547" y="554013"/>
            <a:ext cx="6128539" cy="3751732"/>
          </a:xfrm>
        </p:spPr>
        <p:txBody>
          <a:bodyPr anchor="ctr"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chemeClr val="tx2"/>
                </a:solidFill>
              </a:rPr>
              <a:t>This game is focused on wide range of target audience as it is user friendly and immersive. </a:t>
            </a:r>
          </a:p>
          <a:p>
            <a:pPr>
              <a:lnSpc>
                <a:spcPct val="120000"/>
              </a:lnSpc>
            </a:pPr>
            <a:endParaRPr lang="en-US" sz="2400" dirty="0">
              <a:solidFill>
                <a:schemeClr val="tx2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chemeClr val="tx2"/>
                </a:solidFill>
              </a:rPr>
              <a:t>Why Should people play this game ? 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solidFill>
                  <a:schemeClr val="tx2"/>
                </a:solidFill>
              </a:rPr>
              <a:t>Immersive gameplay by avoiding unwanted ads and distractions.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solidFill>
                  <a:schemeClr val="tx2"/>
                </a:solidFill>
              </a:rPr>
              <a:t>Multiple accessibility of games with various options of playstyle like touch or gyro or Mic at the same time.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solidFill>
                  <a:schemeClr val="tx2"/>
                </a:solidFill>
              </a:rPr>
              <a:t>Eye Captive UI and different versions of gameplay and playstyle each time the user plays.</a:t>
            </a:r>
            <a:endParaRPr lang="en-IN" sz="24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7A3A52F-BCB3-444D-9372-EE018B135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8535970" y="4114799"/>
            <a:ext cx="3655725" cy="2743201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1E32C13-DED6-4967-85B8-68DD77103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8DDA515-BC6A-47FB-951E-E1E7928750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97EEFA7-6787-4EC0-8284-6D3D273061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A9621AC-50AB-4B43-896D-78FE571A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12968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FD44BAB-2F3A-4B95-B9D3-E5B819787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BA62DE-65C9-6CA3-8BE0-7C0D88FB7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7848"/>
            <a:ext cx="4803636" cy="1311664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Gameplay</a:t>
            </a:r>
            <a:endParaRPr lang="en-IN" sz="36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F1123-A634-3587-F905-1C000583F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376" y="1821505"/>
            <a:ext cx="5803885" cy="4508175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2"/>
                </a:solidFill>
              </a:rPr>
              <a:t>Level 1 – The user will be falling down where they should avoid some obstacles . 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2"/>
                </a:solidFill>
              </a:rPr>
              <a:t>Level 2 – The user should be shooting the enemies which will be coming towards them by switching lanes towards the enemy.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2"/>
                </a:solidFill>
              </a:rPr>
              <a:t>Level 3 – The User should avoid multiple obstacles by switching lanes away from them.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2"/>
                </a:solidFill>
              </a:rPr>
              <a:t>Level 4 – Obstacles on top and bottom .The user should tap the screen in the require time to avoid crashing down or crashing in the top. 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2"/>
                </a:solidFill>
              </a:rPr>
              <a:t>Level 5 – The User should answer 3 riddles which will be randomly selected with different difficulty.</a:t>
            </a:r>
            <a:endParaRPr lang="en-IN" sz="180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3F7410-4D1F-F62F-9679-C6E0B321A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6" r="7599" b="1"/>
          <a:stretch>
            <a:fillRect/>
          </a:stretch>
        </p:blipFill>
        <p:spPr>
          <a:xfrm>
            <a:off x="6886803" y="770037"/>
            <a:ext cx="5298683" cy="6087963"/>
          </a:xfrm>
          <a:custGeom>
            <a:avLst/>
            <a:gdLst/>
            <a:ahLst/>
            <a:cxnLst/>
            <a:rect l="l" t="t" r="r" b="b"/>
            <a:pathLst>
              <a:path w="5298683" h="6097438">
                <a:moveTo>
                  <a:pt x="3120528" y="0"/>
                </a:moveTo>
                <a:cubicBezTo>
                  <a:pt x="3874524" y="0"/>
                  <a:pt x="4566062" y="267415"/>
                  <a:pt x="5105473" y="712577"/>
                </a:cubicBezTo>
                <a:lnTo>
                  <a:pt x="5298683" y="888178"/>
                </a:lnTo>
                <a:lnTo>
                  <a:pt x="5298683" y="5352876"/>
                </a:lnTo>
                <a:lnTo>
                  <a:pt x="5105473" y="5528477"/>
                </a:lnTo>
                <a:cubicBezTo>
                  <a:pt x="4874296" y="5719261"/>
                  <a:pt x="4615179" y="5877397"/>
                  <a:pt x="4335177" y="5995828"/>
                </a:cubicBezTo>
                <a:lnTo>
                  <a:pt x="4057556" y="6097438"/>
                </a:lnTo>
                <a:lnTo>
                  <a:pt x="2183499" y="6097438"/>
                </a:lnTo>
                <a:lnTo>
                  <a:pt x="1905878" y="5995828"/>
                </a:lnTo>
                <a:cubicBezTo>
                  <a:pt x="785873" y="5522106"/>
                  <a:pt x="0" y="4413092"/>
                  <a:pt x="0" y="3120527"/>
                </a:cubicBezTo>
                <a:cubicBezTo>
                  <a:pt x="0" y="1397108"/>
                  <a:pt x="1397108" y="0"/>
                  <a:pt x="3120528" y="0"/>
                </a:cubicBezTo>
                <a:close/>
              </a:path>
            </a:pathLst>
          </a:cu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5C6AE2F4-5A2E-4357-A1D8-6142F9BDC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614766" y="695399"/>
            <a:ext cx="5570720" cy="6171739"/>
            <a:chOff x="6626306" y="695399"/>
            <a:chExt cx="5570720" cy="6171739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56AC7E8-A56F-4E9D-A394-C9A2F65DD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6933035" y="910673"/>
              <a:ext cx="5263991" cy="5956465"/>
            </a:xfrm>
            <a:custGeom>
              <a:avLst/>
              <a:gdLst>
                <a:gd name="connsiteX0" fmla="*/ 2918460 w 2961539"/>
                <a:gd name="connsiteY0" fmla="*/ 1324969 h 3351127"/>
                <a:gd name="connsiteX1" fmla="*/ 2906649 w 2961539"/>
                <a:gd name="connsiteY1" fmla="*/ 1284393 h 3351127"/>
                <a:gd name="connsiteX2" fmla="*/ 2893314 w 2961539"/>
                <a:gd name="connsiteY2" fmla="*/ 1244388 h 3351127"/>
                <a:gd name="connsiteX3" fmla="*/ 2878741 w 2961539"/>
                <a:gd name="connsiteY3" fmla="*/ 1204859 h 3351127"/>
                <a:gd name="connsiteX4" fmla="*/ 2811209 w 2961539"/>
                <a:gd name="connsiteY4" fmla="*/ 1051316 h 3351127"/>
                <a:gd name="connsiteX5" fmla="*/ 2636711 w 2961539"/>
                <a:gd name="connsiteY5" fmla="*/ 768709 h 3351127"/>
                <a:gd name="connsiteX6" fmla="*/ 2418683 w 2961539"/>
                <a:gd name="connsiteY6" fmla="*/ 522202 h 3351127"/>
                <a:gd name="connsiteX7" fmla="*/ 2165699 w 2961539"/>
                <a:gd name="connsiteY7" fmla="*/ 314748 h 3351127"/>
                <a:gd name="connsiteX8" fmla="*/ 2027873 w 2961539"/>
                <a:gd name="connsiteY8" fmla="*/ 227213 h 3351127"/>
                <a:gd name="connsiteX9" fmla="*/ 1883474 w 2961539"/>
                <a:gd name="connsiteY9" fmla="*/ 151203 h 3351127"/>
                <a:gd name="connsiteX10" fmla="*/ 1576483 w 2961539"/>
                <a:gd name="connsiteY10" fmla="*/ 40618 h 3351127"/>
                <a:gd name="connsiteX11" fmla="*/ 1415415 w 2961539"/>
                <a:gd name="connsiteY11" fmla="*/ 10233 h 3351127"/>
                <a:gd name="connsiteX12" fmla="*/ 1251204 w 2961539"/>
                <a:gd name="connsiteY12" fmla="*/ 42 h 3351127"/>
                <a:gd name="connsiteX13" fmla="*/ 927163 w 2961539"/>
                <a:gd name="connsiteY13" fmla="*/ 29855 h 3351127"/>
                <a:gd name="connsiteX14" fmla="*/ 610362 w 2961539"/>
                <a:gd name="connsiteY14" fmla="*/ 116151 h 3351127"/>
                <a:gd name="connsiteX15" fmla="*/ 315468 w 2961539"/>
                <a:gd name="connsiteY15" fmla="*/ 267408 h 3351127"/>
                <a:gd name="connsiteX16" fmla="*/ 182975 w 2961539"/>
                <a:gd name="connsiteY16" fmla="*/ 368183 h 3351127"/>
                <a:gd name="connsiteX17" fmla="*/ 64294 w 2961539"/>
                <a:gd name="connsiteY17" fmla="*/ 484674 h 3351127"/>
                <a:gd name="connsiteX18" fmla="*/ 0 w 2961539"/>
                <a:gd name="connsiteY18" fmla="*/ 556778 h 3351127"/>
                <a:gd name="connsiteX19" fmla="*/ 0 w 2961539"/>
                <a:gd name="connsiteY19" fmla="*/ 956066 h 3351127"/>
                <a:gd name="connsiteX20" fmla="*/ 227552 w 2961539"/>
                <a:gd name="connsiteY20" fmla="*/ 636597 h 3351127"/>
                <a:gd name="connsiteX21" fmla="*/ 331756 w 2961539"/>
                <a:gd name="connsiteY21" fmla="*/ 534966 h 3351127"/>
                <a:gd name="connsiteX22" fmla="*/ 441770 w 2961539"/>
                <a:gd name="connsiteY22" fmla="*/ 439620 h 3351127"/>
                <a:gd name="connsiteX23" fmla="*/ 683419 w 2961539"/>
                <a:gd name="connsiteY23" fmla="*/ 274457 h 3351127"/>
                <a:gd name="connsiteX24" fmla="*/ 956596 w 2961539"/>
                <a:gd name="connsiteY24" fmla="*/ 161300 h 3351127"/>
                <a:gd name="connsiteX25" fmla="*/ 1251490 w 2961539"/>
                <a:gd name="connsiteY25" fmla="*/ 123009 h 3351127"/>
                <a:gd name="connsiteX26" fmla="*/ 1398175 w 2961539"/>
                <a:gd name="connsiteY26" fmla="*/ 135297 h 3351127"/>
                <a:gd name="connsiteX27" fmla="*/ 1542383 w 2961539"/>
                <a:gd name="connsiteY27" fmla="*/ 167967 h 3351127"/>
                <a:gd name="connsiteX28" fmla="*/ 1681925 w 2961539"/>
                <a:gd name="connsiteY28" fmla="*/ 218450 h 3351127"/>
                <a:gd name="connsiteX29" fmla="*/ 1715929 w 2961539"/>
                <a:gd name="connsiteY29" fmla="*/ 233595 h 3351127"/>
                <a:gd name="connsiteX30" fmla="*/ 1749552 w 2961539"/>
                <a:gd name="connsiteY30" fmla="*/ 249597 h 3351127"/>
                <a:gd name="connsiteX31" fmla="*/ 1782604 w 2961539"/>
                <a:gd name="connsiteY31" fmla="*/ 266646 h 3351127"/>
                <a:gd name="connsiteX32" fmla="*/ 1815275 w 2961539"/>
                <a:gd name="connsiteY32" fmla="*/ 284553 h 3351127"/>
                <a:gd name="connsiteX33" fmla="*/ 2059400 w 2961539"/>
                <a:gd name="connsiteY33" fmla="*/ 454765 h 3351127"/>
                <a:gd name="connsiteX34" fmla="*/ 2270284 w 2961539"/>
                <a:gd name="connsiteY34" fmla="*/ 663648 h 3351127"/>
                <a:gd name="connsiteX35" fmla="*/ 2362581 w 2961539"/>
                <a:gd name="connsiteY35" fmla="*/ 779091 h 3351127"/>
                <a:gd name="connsiteX36" fmla="*/ 2445353 w 2961539"/>
                <a:gd name="connsiteY36" fmla="*/ 900726 h 3351127"/>
                <a:gd name="connsiteX37" fmla="*/ 2581180 w 2961539"/>
                <a:gd name="connsiteY37" fmla="*/ 1158663 h 3351127"/>
                <a:gd name="connsiteX38" fmla="*/ 2673382 w 2961539"/>
                <a:gd name="connsiteY38" fmla="*/ 1430601 h 3351127"/>
                <a:gd name="connsiteX39" fmla="*/ 2707291 w 2961539"/>
                <a:gd name="connsiteY39" fmla="*/ 1569095 h 3351127"/>
                <a:gd name="connsiteX40" fmla="*/ 2728913 w 2961539"/>
                <a:gd name="connsiteY40" fmla="*/ 1710065 h 3351127"/>
                <a:gd name="connsiteX41" fmla="*/ 2738342 w 2961539"/>
                <a:gd name="connsiteY41" fmla="*/ 1853321 h 3351127"/>
                <a:gd name="connsiteX42" fmla="*/ 2733294 w 2961539"/>
                <a:gd name="connsiteY42" fmla="*/ 1998482 h 3351127"/>
                <a:gd name="connsiteX43" fmla="*/ 2704433 w 2961539"/>
                <a:gd name="connsiteY43" fmla="*/ 2140785 h 3351127"/>
                <a:gd name="connsiteX44" fmla="*/ 2645759 w 2961539"/>
                <a:gd name="connsiteY44" fmla="*/ 2264515 h 3351127"/>
                <a:gd name="connsiteX45" fmla="*/ 2552986 w 2961539"/>
                <a:gd name="connsiteY45" fmla="*/ 2354717 h 3351127"/>
                <a:gd name="connsiteX46" fmla="*/ 2492026 w 2961539"/>
                <a:gd name="connsiteY46" fmla="*/ 2389769 h 3351127"/>
                <a:gd name="connsiteX47" fmla="*/ 2423541 w 2961539"/>
                <a:gd name="connsiteY47" fmla="*/ 2423583 h 3351127"/>
                <a:gd name="connsiteX48" fmla="*/ 2278475 w 2961539"/>
                <a:gd name="connsiteY48" fmla="*/ 2502640 h 3351127"/>
                <a:gd name="connsiteX49" fmla="*/ 2143697 w 2961539"/>
                <a:gd name="connsiteY49" fmla="*/ 2606463 h 3351127"/>
                <a:gd name="connsiteX50" fmla="*/ 2113312 w 2961539"/>
                <a:gd name="connsiteY50" fmla="*/ 2635514 h 3351127"/>
                <a:gd name="connsiteX51" fmla="*/ 2084927 w 2961539"/>
                <a:gd name="connsiteY51" fmla="*/ 2664184 h 3351127"/>
                <a:gd name="connsiteX52" fmla="*/ 2030349 w 2961539"/>
                <a:gd name="connsiteY52" fmla="*/ 2722573 h 3351127"/>
                <a:gd name="connsiteX53" fmla="*/ 1929098 w 2961539"/>
                <a:gd name="connsiteY53" fmla="*/ 2842683 h 3351127"/>
                <a:gd name="connsiteX54" fmla="*/ 1880045 w 2961539"/>
                <a:gd name="connsiteY54" fmla="*/ 2902309 h 3351127"/>
                <a:gd name="connsiteX55" fmla="*/ 1831086 w 2961539"/>
                <a:gd name="connsiteY55" fmla="*/ 2960888 h 3351127"/>
                <a:gd name="connsiteX56" fmla="*/ 1730121 w 2961539"/>
                <a:gd name="connsiteY56" fmla="*/ 3071854 h 3351127"/>
                <a:gd name="connsiteX57" fmla="*/ 1620488 w 2961539"/>
                <a:gd name="connsiteY57" fmla="*/ 3169200 h 3351127"/>
                <a:gd name="connsiteX58" fmla="*/ 1497616 w 2961539"/>
                <a:gd name="connsiteY58" fmla="*/ 3244447 h 3351127"/>
                <a:gd name="connsiteX59" fmla="*/ 1361313 w 2961539"/>
                <a:gd name="connsiteY59" fmla="*/ 3288739 h 3351127"/>
                <a:gd name="connsiteX60" fmla="*/ 1289590 w 2961539"/>
                <a:gd name="connsiteY60" fmla="*/ 3297978 h 3351127"/>
                <a:gd name="connsiteX61" fmla="*/ 1253204 w 2961539"/>
                <a:gd name="connsiteY61" fmla="*/ 3299407 h 3351127"/>
                <a:gd name="connsiteX62" fmla="*/ 1215676 w 2961539"/>
                <a:gd name="connsiteY62" fmla="*/ 3299216 h 3351127"/>
                <a:gd name="connsiteX63" fmla="*/ 918972 w 2961539"/>
                <a:gd name="connsiteY63" fmla="*/ 3254639 h 3351127"/>
                <a:gd name="connsiteX64" fmla="*/ 642557 w 2961539"/>
                <a:gd name="connsiteY64" fmla="*/ 3139672 h 3351127"/>
                <a:gd name="connsiteX65" fmla="*/ 515112 w 2961539"/>
                <a:gd name="connsiteY65" fmla="*/ 3061853 h 3351127"/>
                <a:gd name="connsiteX66" fmla="*/ 484442 w 2961539"/>
                <a:gd name="connsiteY66" fmla="*/ 3040612 h 3351127"/>
                <a:gd name="connsiteX67" fmla="*/ 454343 w 2961539"/>
                <a:gd name="connsiteY67" fmla="*/ 3018610 h 3351127"/>
                <a:gd name="connsiteX68" fmla="*/ 424625 w 2961539"/>
                <a:gd name="connsiteY68" fmla="*/ 2996131 h 3351127"/>
                <a:gd name="connsiteX69" fmla="*/ 395478 w 2961539"/>
                <a:gd name="connsiteY69" fmla="*/ 2973080 h 3351127"/>
                <a:gd name="connsiteX70" fmla="*/ 181547 w 2961539"/>
                <a:gd name="connsiteY70" fmla="*/ 2767626 h 3351127"/>
                <a:gd name="connsiteX71" fmla="*/ 134112 w 2961539"/>
                <a:gd name="connsiteY71" fmla="*/ 2710761 h 3351127"/>
                <a:gd name="connsiteX72" fmla="*/ 89821 w 2961539"/>
                <a:gd name="connsiteY72" fmla="*/ 2652087 h 3351127"/>
                <a:gd name="connsiteX73" fmla="*/ 10096 w 2961539"/>
                <a:gd name="connsiteY73" fmla="*/ 2529025 h 3351127"/>
                <a:gd name="connsiteX74" fmla="*/ 191 w 2961539"/>
                <a:gd name="connsiteY74" fmla="*/ 2511499 h 3351127"/>
                <a:gd name="connsiteX75" fmla="*/ 191 w 2961539"/>
                <a:gd name="connsiteY75" fmla="*/ 2835063 h 3351127"/>
                <a:gd name="connsiteX76" fmla="*/ 50959 w 2961539"/>
                <a:gd name="connsiteY76" fmla="*/ 2888879 h 3351127"/>
                <a:gd name="connsiteX77" fmla="*/ 300038 w 2961539"/>
                <a:gd name="connsiteY77" fmla="*/ 3100525 h 3351127"/>
                <a:gd name="connsiteX78" fmla="*/ 438150 w 2961539"/>
                <a:gd name="connsiteY78" fmla="*/ 3186916 h 3351127"/>
                <a:gd name="connsiteX79" fmla="*/ 584264 w 2961539"/>
                <a:gd name="connsiteY79" fmla="*/ 3258830 h 3351127"/>
                <a:gd name="connsiteX80" fmla="*/ 862965 w 2961539"/>
                <a:gd name="connsiteY80" fmla="*/ 3351127 h 3351127"/>
                <a:gd name="connsiteX81" fmla="*/ 1534478 w 2961539"/>
                <a:gd name="connsiteY81" fmla="*/ 3351127 h 3351127"/>
                <a:gd name="connsiteX82" fmla="*/ 1540955 w 2961539"/>
                <a:gd name="connsiteY82" fmla="*/ 3348841 h 3351127"/>
                <a:gd name="connsiteX83" fmla="*/ 1691831 w 2961539"/>
                <a:gd name="connsiteY83" fmla="*/ 3275403 h 3351127"/>
                <a:gd name="connsiteX84" fmla="*/ 1827086 w 2961539"/>
                <a:gd name="connsiteY84" fmla="*/ 3179963 h 3351127"/>
                <a:gd name="connsiteX85" fmla="*/ 1948625 w 2961539"/>
                <a:gd name="connsiteY85" fmla="*/ 3072426 h 3351127"/>
                <a:gd name="connsiteX86" fmla="*/ 2005584 w 2961539"/>
                <a:gd name="connsiteY86" fmla="*/ 3016514 h 3351127"/>
                <a:gd name="connsiteX87" fmla="*/ 2060639 w 2961539"/>
                <a:gd name="connsiteY87" fmla="*/ 2959935 h 3351127"/>
                <a:gd name="connsiteX88" fmla="*/ 2167223 w 2961539"/>
                <a:gd name="connsiteY88" fmla="*/ 2847350 h 3351127"/>
                <a:gd name="connsiteX89" fmla="*/ 2218754 w 2961539"/>
                <a:gd name="connsiteY89" fmla="*/ 2791438 h 3351127"/>
                <a:gd name="connsiteX90" fmla="*/ 2244471 w 2961539"/>
                <a:gd name="connsiteY90" fmla="*/ 2763911 h 3351127"/>
                <a:gd name="connsiteX91" fmla="*/ 2269427 w 2961539"/>
                <a:gd name="connsiteY91" fmla="*/ 2738098 h 3351127"/>
                <a:gd name="connsiteX92" fmla="*/ 2321243 w 2961539"/>
                <a:gd name="connsiteY92" fmla="*/ 2689807 h 3351127"/>
                <a:gd name="connsiteX93" fmla="*/ 2376297 w 2961539"/>
                <a:gd name="connsiteY93" fmla="*/ 2645230 h 3351127"/>
                <a:gd name="connsiteX94" fmla="*/ 2499265 w 2961539"/>
                <a:gd name="connsiteY94" fmla="*/ 2564934 h 3351127"/>
                <a:gd name="connsiteX95" fmla="*/ 2639187 w 2961539"/>
                <a:gd name="connsiteY95" fmla="*/ 2476732 h 3351127"/>
                <a:gd name="connsiteX96" fmla="*/ 2674239 w 2961539"/>
                <a:gd name="connsiteY96" fmla="*/ 2448729 h 3351127"/>
                <a:gd name="connsiteX97" fmla="*/ 2707481 w 2961539"/>
                <a:gd name="connsiteY97" fmla="*/ 2417487 h 3351127"/>
                <a:gd name="connsiteX98" fmla="*/ 2765298 w 2961539"/>
                <a:gd name="connsiteY98" fmla="*/ 2347097 h 3351127"/>
                <a:gd name="connsiteX99" fmla="*/ 2810447 w 2961539"/>
                <a:gd name="connsiteY99" fmla="*/ 2270802 h 3351127"/>
                <a:gd name="connsiteX100" fmla="*/ 2845499 w 2961539"/>
                <a:gd name="connsiteY100" fmla="*/ 2192411 h 3351127"/>
                <a:gd name="connsiteX101" fmla="*/ 2901315 w 2961539"/>
                <a:gd name="connsiteY101" fmla="*/ 2034772 h 3351127"/>
                <a:gd name="connsiteX102" fmla="*/ 2943130 w 2961539"/>
                <a:gd name="connsiteY102" fmla="*/ 1871704 h 3351127"/>
                <a:gd name="connsiteX103" fmla="*/ 2961037 w 2961539"/>
                <a:gd name="connsiteY103" fmla="*/ 1703302 h 3351127"/>
                <a:gd name="connsiteX104" fmla="*/ 2928842 w 2961539"/>
                <a:gd name="connsiteY104" fmla="*/ 1366308 h 3351127"/>
                <a:gd name="connsiteX105" fmla="*/ 2918460 w 2961539"/>
                <a:gd name="connsiteY105" fmla="*/ 1324969 h 3351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2961539" h="3351127">
                  <a:moveTo>
                    <a:pt x="2918460" y="1324969"/>
                  </a:moveTo>
                  <a:lnTo>
                    <a:pt x="2906649" y="1284393"/>
                  </a:lnTo>
                  <a:lnTo>
                    <a:pt x="2893314" y="1244388"/>
                  </a:lnTo>
                  <a:cubicBezTo>
                    <a:pt x="2888837" y="1231053"/>
                    <a:pt x="2883694" y="1218004"/>
                    <a:pt x="2878741" y="1204859"/>
                  </a:cubicBezTo>
                  <a:cubicBezTo>
                    <a:pt x="2858453" y="1152567"/>
                    <a:pt x="2836069" y="1101227"/>
                    <a:pt x="2811209" y="1051316"/>
                  </a:cubicBezTo>
                  <a:cubicBezTo>
                    <a:pt x="2761107" y="951684"/>
                    <a:pt x="2702814" y="857006"/>
                    <a:pt x="2636711" y="768709"/>
                  </a:cubicBezTo>
                  <a:cubicBezTo>
                    <a:pt x="2570798" y="680412"/>
                    <a:pt x="2497455" y="598212"/>
                    <a:pt x="2418683" y="522202"/>
                  </a:cubicBezTo>
                  <a:cubicBezTo>
                    <a:pt x="2339912" y="446193"/>
                    <a:pt x="2254949" y="377232"/>
                    <a:pt x="2165699" y="314748"/>
                  </a:cubicBezTo>
                  <a:cubicBezTo>
                    <a:pt x="2121122" y="283506"/>
                    <a:pt x="2075021" y="254359"/>
                    <a:pt x="2027873" y="227213"/>
                  </a:cubicBezTo>
                  <a:cubicBezTo>
                    <a:pt x="1980914" y="199781"/>
                    <a:pt x="1932623" y="174635"/>
                    <a:pt x="1883474" y="151203"/>
                  </a:cubicBezTo>
                  <a:cubicBezTo>
                    <a:pt x="1785176" y="104721"/>
                    <a:pt x="1682496" y="67002"/>
                    <a:pt x="1576483" y="40618"/>
                  </a:cubicBezTo>
                  <a:cubicBezTo>
                    <a:pt x="1523524" y="27474"/>
                    <a:pt x="1469803" y="16901"/>
                    <a:pt x="1415415" y="10233"/>
                  </a:cubicBezTo>
                  <a:cubicBezTo>
                    <a:pt x="1361123" y="3185"/>
                    <a:pt x="1306163" y="-435"/>
                    <a:pt x="1251204" y="42"/>
                  </a:cubicBezTo>
                  <a:cubicBezTo>
                    <a:pt x="1142714" y="804"/>
                    <a:pt x="1034415" y="10805"/>
                    <a:pt x="927163" y="29855"/>
                  </a:cubicBezTo>
                  <a:cubicBezTo>
                    <a:pt x="820007" y="49095"/>
                    <a:pt x="713423" y="76813"/>
                    <a:pt x="610362" y="116151"/>
                  </a:cubicBezTo>
                  <a:cubicBezTo>
                    <a:pt x="507301" y="155394"/>
                    <a:pt x="407861" y="205782"/>
                    <a:pt x="315468" y="267408"/>
                  </a:cubicBezTo>
                  <a:cubicBezTo>
                    <a:pt x="269367" y="298269"/>
                    <a:pt x="224504" y="331226"/>
                    <a:pt x="182975" y="368183"/>
                  </a:cubicBezTo>
                  <a:cubicBezTo>
                    <a:pt x="141542" y="405140"/>
                    <a:pt x="102489" y="444573"/>
                    <a:pt x="64294" y="484674"/>
                  </a:cubicBezTo>
                  <a:cubicBezTo>
                    <a:pt x="42291" y="508105"/>
                    <a:pt x="20860" y="532203"/>
                    <a:pt x="0" y="556778"/>
                  </a:cubicBezTo>
                  <a:lnTo>
                    <a:pt x="0" y="956066"/>
                  </a:lnTo>
                  <a:cubicBezTo>
                    <a:pt x="62579" y="840909"/>
                    <a:pt x="138970" y="733276"/>
                    <a:pt x="227552" y="636597"/>
                  </a:cubicBezTo>
                  <a:cubicBezTo>
                    <a:pt x="260223" y="600593"/>
                    <a:pt x="295466" y="567160"/>
                    <a:pt x="331756" y="534966"/>
                  </a:cubicBezTo>
                  <a:cubicBezTo>
                    <a:pt x="367951" y="502771"/>
                    <a:pt x="403955" y="470196"/>
                    <a:pt x="441770" y="439620"/>
                  </a:cubicBezTo>
                  <a:cubicBezTo>
                    <a:pt x="517208" y="378375"/>
                    <a:pt x="597503" y="322177"/>
                    <a:pt x="683419" y="274457"/>
                  </a:cubicBezTo>
                  <a:cubicBezTo>
                    <a:pt x="769239" y="226832"/>
                    <a:pt x="860679" y="187208"/>
                    <a:pt x="956596" y="161300"/>
                  </a:cubicBezTo>
                  <a:cubicBezTo>
                    <a:pt x="1052322" y="135201"/>
                    <a:pt x="1151954" y="122247"/>
                    <a:pt x="1251490" y="123009"/>
                  </a:cubicBezTo>
                  <a:cubicBezTo>
                    <a:pt x="1300448" y="123581"/>
                    <a:pt x="1349502" y="127772"/>
                    <a:pt x="1398175" y="135297"/>
                  </a:cubicBezTo>
                  <a:cubicBezTo>
                    <a:pt x="1446752" y="143107"/>
                    <a:pt x="1495044" y="153870"/>
                    <a:pt x="1542383" y="167967"/>
                  </a:cubicBezTo>
                  <a:cubicBezTo>
                    <a:pt x="1589723" y="182160"/>
                    <a:pt x="1636490" y="198733"/>
                    <a:pt x="1681925" y="218450"/>
                  </a:cubicBezTo>
                  <a:cubicBezTo>
                    <a:pt x="1693259" y="223498"/>
                    <a:pt x="1704689" y="228261"/>
                    <a:pt x="1715929" y="233595"/>
                  </a:cubicBezTo>
                  <a:lnTo>
                    <a:pt x="1749552" y="249597"/>
                  </a:lnTo>
                  <a:lnTo>
                    <a:pt x="1782604" y="266646"/>
                  </a:lnTo>
                  <a:cubicBezTo>
                    <a:pt x="1793558" y="272457"/>
                    <a:pt x="1804416" y="278553"/>
                    <a:pt x="1815275" y="284553"/>
                  </a:cubicBezTo>
                  <a:cubicBezTo>
                    <a:pt x="1901762" y="333321"/>
                    <a:pt x="1983486" y="390662"/>
                    <a:pt x="2059400" y="454765"/>
                  </a:cubicBezTo>
                  <a:cubicBezTo>
                    <a:pt x="2135410" y="518583"/>
                    <a:pt x="2205990" y="588687"/>
                    <a:pt x="2270284" y="663648"/>
                  </a:cubicBezTo>
                  <a:cubicBezTo>
                    <a:pt x="2302574" y="701082"/>
                    <a:pt x="2333530" y="739372"/>
                    <a:pt x="2362581" y="779091"/>
                  </a:cubicBezTo>
                  <a:cubicBezTo>
                    <a:pt x="2391632" y="818811"/>
                    <a:pt x="2419255" y="859387"/>
                    <a:pt x="2445353" y="900726"/>
                  </a:cubicBezTo>
                  <a:cubicBezTo>
                    <a:pt x="2497455" y="983593"/>
                    <a:pt x="2542889" y="1069890"/>
                    <a:pt x="2581180" y="1158663"/>
                  </a:cubicBezTo>
                  <a:cubicBezTo>
                    <a:pt x="2619470" y="1247436"/>
                    <a:pt x="2648617" y="1338876"/>
                    <a:pt x="2673382" y="1430601"/>
                  </a:cubicBezTo>
                  <a:cubicBezTo>
                    <a:pt x="2685764" y="1476512"/>
                    <a:pt x="2697480" y="1522518"/>
                    <a:pt x="2707291" y="1569095"/>
                  </a:cubicBezTo>
                  <a:cubicBezTo>
                    <a:pt x="2717197" y="1615672"/>
                    <a:pt x="2724245" y="1662726"/>
                    <a:pt x="2728913" y="1710065"/>
                  </a:cubicBezTo>
                  <a:cubicBezTo>
                    <a:pt x="2733485" y="1757404"/>
                    <a:pt x="2736818" y="1805124"/>
                    <a:pt x="2738342" y="1853321"/>
                  </a:cubicBezTo>
                  <a:cubicBezTo>
                    <a:pt x="2739390" y="1901422"/>
                    <a:pt x="2738247" y="1950000"/>
                    <a:pt x="2733294" y="1998482"/>
                  </a:cubicBezTo>
                  <a:cubicBezTo>
                    <a:pt x="2728151" y="2046774"/>
                    <a:pt x="2718911" y="2095542"/>
                    <a:pt x="2704433" y="2140785"/>
                  </a:cubicBezTo>
                  <a:cubicBezTo>
                    <a:pt x="2689860" y="2186029"/>
                    <a:pt x="2670429" y="2228320"/>
                    <a:pt x="2645759" y="2264515"/>
                  </a:cubicBezTo>
                  <a:cubicBezTo>
                    <a:pt x="2620899" y="2300710"/>
                    <a:pt x="2590514" y="2330047"/>
                    <a:pt x="2552986" y="2354717"/>
                  </a:cubicBezTo>
                  <a:cubicBezTo>
                    <a:pt x="2534317" y="2367195"/>
                    <a:pt x="2513838" y="2378530"/>
                    <a:pt x="2492026" y="2389769"/>
                  </a:cubicBezTo>
                  <a:cubicBezTo>
                    <a:pt x="2470309" y="2401009"/>
                    <a:pt x="2447258" y="2412058"/>
                    <a:pt x="2423541" y="2423583"/>
                  </a:cubicBezTo>
                  <a:cubicBezTo>
                    <a:pt x="2376107" y="2446633"/>
                    <a:pt x="2326100" y="2472065"/>
                    <a:pt x="2278475" y="2502640"/>
                  </a:cubicBezTo>
                  <a:cubicBezTo>
                    <a:pt x="2230850" y="2533120"/>
                    <a:pt x="2185130" y="2567982"/>
                    <a:pt x="2143697" y="2606463"/>
                  </a:cubicBezTo>
                  <a:cubicBezTo>
                    <a:pt x="2133410" y="2615988"/>
                    <a:pt x="2122837" y="2625989"/>
                    <a:pt x="2113312" y="2635514"/>
                  </a:cubicBezTo>
                  <a:lnTo>
                    <a:pt x="2084927" y="2664184"/>
                  </a:lnTo>
                  <a:cubicBezTo>
                    <a:pt x="2066258" y="2683425"/>
                    <a:pt x="2048066" y="2702951"/>
                    <a:pt x="2030349" y="2722573"/>
                  </a:cubicBezTo>
                  <a:cubicBezTo>
                    <a:pt x="1995011" y="2762101"/>
                    <a:pt x="1962055" y="2802773"/>
                    <a:pt x="1929098" y="2842683"/>
                  </a:cubicBezTo>
                  <a:lnTo>
                    <a:pt x="1880045" y="2902309"/>
                  </a:lnTo>
                  <a:cubicBezTo>
                    <a:pt x="1863757" y="2922026"/>
                    <a:pt x="1847564" y="2941648"/>
                    <a:pt x="1831086" y="2960888"/>
                  </a:cubicBezTo>
                  <a:cubicBezTo>
                    <a:pt x="1798130" y="2999178"/>
                    <a:pt x="1764983" y="3036707"/>
                    <a:pt x="1730121" y="3071854"/>
                  </a:cubicBezTo>
                  <a:cubicBezTo>
                    <a:pt x="1695355" y="3107001"/>
                    <a:pt x="1659160" y="3140053"/>
                    <a:pt x="1620488" y="3169200"/>
                  </a:cubicBezTo>
                  <a:cubicBezTo>
                    <a:pt x="1581912" y="3198442"/>
                    <a:pt x="1541145" y="3224254"/>
                    <a:pt x="1497616" y="3244447"/>
                  </a:cubicBezTo>
                  <a:cubicBezTo>
                    <a:pt x="1454277" y="3264735"/>
                    <a:pt x="1408462" y="3279690"/>
                    <a:pt x="1361313" y="3288739"/>
                  </a:cubicBezTo>
                  <a:cubicBezTo>
                    <a:pt x="1337691" y="3293406"/>
                    <a:pt x="1313688" y="3296168"/>
                    <a:pt x="1289590" y="3297978"/>
                  </a:cubicBezTo>
                  <a:cubicBezTo>
                    <a:pt x="1277493" y="3298740"/>
                    <a:pt x="1265396" y="3299216"/>
                    <a:pt x="1253204" y="3299407"/>
                  </a:cubicBezTo>
                  <a:lnTo>
                    <a:pt x="1215676" y="3299216"/>
                  </a:lnTo>
                  <a:cubicBezTo>
                    <a:pt x="1115378" y="3296930"/>
                    <a:pt x="1015365" y="3281785"/>
                    <a:pt x="918972" y="3254639"/>
                  </a:cubicBezTo>
                  <a:cubicBezTo>
                    <a:pt x="822484" y="3227302"/>
                    <a:pt x="729996" y="3187583"/>
                    <a:pt x="642557" y="3139672"/>
                  </a:cubicBezTo>
                  <a:cubicBezTo>
                    <a:pt x="598837" y="3115765"/>
                    <a:pt x="556451" y="3089571"/>
                    <a:pt x="515112" y="3061853"/>
                  </a:cubicBezTo>
                  <a:lnTo>
                    <a:pt x="484442" y="3040612"/>
                  </a:lnTo>
                  <a:lnTo>
                    <a:pt x="454343" y="3018610"/>
                  </a:lnTo>
                  <a:lnTo>
                    <a:pt x="424625" y="2996131"/>
                  </a:lnTo>
                  <a:cubicBezTo>
                    <a:pt x="414719" y="2988606"/>
                    <a:pt x="405194" y="2980605"/>
                    <a:pt x="395478" y="2973080"/>
                  </a:cubicBezTo>
                  <a:cubicBezTo>
                    <a:pt x="318230" y="2910882"/>
                    <a:pt x="246507" y="2842111"/>
                    <a:pt x="181547" y="2767626"/>
                  </a:cubicBezTo>
                  <a:cubicBezTo>
                    <a:pt x="165259" y="2749052"/>
                    <a:pt x="149543" y="2730002"/>
                    <a:pt x="134112" y="2710761"/>
                  </a:cubicBezTo>
                  <a:cubicBezTo>
                    <a:pt x="118967" y="2691521"/>
                    <a:pt x="104013" y="2672090"/>
                    <a:pt x="89821" y="2652087"/>
                  </a:cubicBezTo>
                  <a:cubicBezTo>
                    <a:pt x="61246" y="2612273"/>
                    <a:pt x="34766" y="2571220"/>
                    <a:pt x="10096" y="2529025"/>
                  </a:cubicBezTo>
                  <a:cubicBezTo>
                    <a:pt x="6668" y="2523214"/>
                    <a:pt x="3429" y="2517309"/>
                    <a:pt x="191" y="2511499"/>
                  </a:cubicBezTo>
                  <a:lnTo>
                    <a:pt x="191" y="2835063"/>
                  </a:lnTo>
                  <a:cubicBezTo>
                    <a:pt x="16764" y="2853351"/>
                    <a:pt x="33719" y="2871353"/>
                    <a:pt x="50959" y="2888879"/>
                  </a:cubicBezTo>
                  <a:cubicBezTo>
                    <a:pt x="127635" y="2966698"/>
                    <a:pt x="210788" y="3037945"/>
                    <a:pt x="300038" y="3100525"/>
                  </a:cubicBezTo>
                  <a:cubicBezTo>
                    <a:pt x="344424" y="3131671"/>
                    <a:pt x="390525" y="3160627"/>
                    <a:pt x="438150" y="3186916"/>
                  </a:cubicBezTo>
                  <a:cubicBezTo>
                    <a:pt x="485585" y="3213491"/>
                    <a:pt x="534543" y="3237303"/>
                    <a:pt x="584264" y="3258830"/>
                  </a:cubicBezTo>
                  <a:cubicBezTo>
                    <a:pt x="674561" y="3297597"/>
                    <a:pt x="767906" y="3328362"/>
                    <a:pt x="862965" y="3351127"/>
                  </a:cubicBezTo>
                  <a:lnTo>
                    <a:pt x="1534478" y="3351127"/>
                  </a:lnTo>
                  <a:cubicBezTo>
                    <a:pt x="1536668" y="3350365"/>
                    <a:pt x="1538764" y="3349603"/>
                    <a:pt x="1540955" y="3348841"/>
                  </a:cubicBezTo>
                  <a:cubicBezTo>
                    <a:pt x="1593628" y="3329220"/>
                    <a:pt x="1644110" y="3304169"/>
                    <a:pt x="1691831" y="3275403"/>
                  </a:cubicBezTo>
                  <a:cubicBezTo>
                    <a:pt x="1739551" y="3246543"/>
                    <a:pt x="1784509" y="3214253"/>
                    <a:pt x="1827086" y="3179963"/>
                  </a:cubicBezTo>
                  <a:cubicBezTo>
                    <a:pt x="1869662" y="3145578"/>
                    <a:pt x="1910143" y="3109573"/>
                    <a:pt x="1948625" y="3072426"/>
                  </a:cubicBezTo>
                  <a:cubicBezTo>
                    <a:pt x="1967960" y="3053852"/>
                    <a:pt x="1986915" y="3035278"/>
                    <a:pt x="2005584" y="3016514"/>
                  </a:cubicBezTo>
                  <a:cubicBezTo>
                    <a:pt x="2024158" y="2997655"/>
                    <a:pt x="2042541" y="2978890"/>
                    <a:pt x="2060639" y="2959935"/>
                  </a:cubicBezTo>
                  <a:cubicBezTo>
                    <a:pt x="2096834" y="2922121"/>
                    <a:pt x="2132552" y="2884783"/>
                    <a:pt x="2167223" y="2847350"/>
                  </a:cubicBezTo>
                  <a:lnTo>
                    <a:pt x="2218754" y="2791438"/>
                  </a:lnTo>
                  <a:lnTo>
                    <a:pt x="2244471" y="2763911"/>
                  </a:lnTo>
                  <a:cubicBezTo>
                    <a:pt x="2253044" y="2754862"/>
                    <a:pt x="2260949" y="2746576"/>
                    <a:pt x="2269427" y="2738098"/>
                  </a:cubicBezTo>
                  <a:cubicBezTo>
                    <a:pt x="2286191" y="2721430"/>
                    <a:pt x="2303336" y="2705142"/>
                    <a:pt x="2321243" y="2689807"/>
                  </a:cubicBezTo>
                  <a:cubicBezTo>
                    <a:pt x="2338959" y="2674281"/>
                    <a:pt x="2357247" y="2659326"/>
                    <a:pt x="2376297" y="2645230"/>
                  </a:cubicBezTo>
                  <a:cubicBezTo>
                    <a:pt x="2414302" y="2616750"/>
                    <a:pt x="2454974" y="2590937"/>
                    <a:pt x="2499265" y="2564934"/>
                  </a:cubicBezTo>
                  <a:cubicBezTo>
                    <a:pt x="2543270" y="2538645"/>
                    <a:pt x="2591562" y="2512165"/>
                    <a:pt x="2639187" y="2476732"/>
                  </a:cubicBezTo>
                  <a:cubicBezTo>
                    <a:pt x="2650998" y="2467874"/>
                    <a:pt x="2662809" y="2458635"/>
                    <a:pt x="2674239" y="2448729"/>
                  </a:cubicBezTo>
                  <a:cubicBezTo>
                    <a:pt x="2685669" y="2438823"/>
                    <a:pt x="2696718" y="2428345"/>
                    <a:pt x="2707481" y="2417487"/>
                  </a:cubicBezTo>
                  <a:cubicBezTo>
                    <a:pt x="2728817" y="2395675"/>
                    <a:pt x="2748248" y="2371862"/>
                    <a:pt x="2765298" y="2347097"/>
                  </a:cubicBezTo>
                  <a:cubicBezTo>
                    <a:pt x="2782538" y="2322427"/>
                    <a:pt x="2797112" y="2296614"/>
                    <a:pt x="2810447" y="2270802"/>
                  </a:cubicBezTo>
                  <a:cubicBezTo>
                    <a:pt x="2823496" y="2244799"/>
                    <a:pt x="2834926" y="2218605"/>
                    <a:pt x="2845499" y="2192411"/>
                  </a:cubicBezTo>
                  <a:cubicBezTo>
                    <a:pt x="2866739" y="2139928"/>
                    <a:pt x="2884551" y="2088017"/>
                    <a:pt x="2901315" y="2034772"/>
                  </a:cubicBezTo>
                  <a:cubicBezTo>
                    <a:pt x="2918079" y="1981528"/>
                    <a:pt x="2932653" y="1927140"/>
                    <a:pt x="2943130" y="1871704"/>
                  </a:cubicBezTo>
                  <a:cubicBezTo>
                    <a:pt x="2953607" y="1816269"/>
                    <a:pt x="2959608" y="1759785"/>
                    <a:pt x="2961037" y="1703302"/>
                  </a:cubicBezTo>
                  <a:cubicBezTo>
                    <a:pt x="2963895" y="1590241"/>
                    <a:pt x="2954750" y="1476226"/>
                    <a:pt x="2928842" y="1366308"/>
                  </a:cubicBezTo>
                  <a:cubicBezTo>
                    <a:pt x="2925413" y="1352306"/>
                    <a:pt x="2922270" y="1338590"/>
                    <a:pt x="2918460" y="1324969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A0D558E-7A90-4D66-BE03-397AEF32F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6913315" y="863680"/>
              <a:ext cx="5283711" cy="6003457"/>
            </a:xfrm>
            <a:custGeom>
              <a:avLst/>
              <a:gdLst>
                <a:gd name="connsiteX0" fmla="*/ 1247966 w 2972634"/>
                <a:gd name="connsiteY0" fmla="*/ 0 h 3377565"/>
                <a:gd name="connsiteX1" fmla="*/ 0 w 2972634"/>
                <a:gd name="connsiteY1" fmla="*/ 557308 h 3377565"/>
                <a:gd name="connsiteX2" fmla="*/ 0 w 2972634"/>
                <a:gd name="connsiteY2" fmla="*/ 1091660 h 3377565"/>
                <a:gd name="connsiteX3" fmla="*/ 264414 w 2972634"/>
                <a:gd name="connsiteY3" fmla="*/ 717423 h 3377565"/>
                <a:gd name="connsiteX4" fmla="*/ 1247966 w 2972634"/>
                <a:gd name="connsiteY4" fmla="*/ 302324 h 3377565"/>
                <a:gd name="connsiteX5" fmla="*/ 1843850 w 2972634"/>
                <a:gd name="connsiteY5" fmla="*/ 472916 h 3377565"/>
                <a:gd name="connsiteX6" fmla="*/ 2372106 w 2972634"/>
                <a:gd name="connsiteY6" fmla="*/ 934688 h 3377565"/>
                <a:gd name="connsiteX7" fmla="*/ 2635377 w 2972634"/>
                <a:gd name="connsiteY7" fmla="*/ 1471041 h 3377565"/>
                <a:gd name="connsiteX8" fmla="*/ 2630996 w 2972634"/>
                <a:gd name="connsiteY8" fmla="*/ 2037112 h 3377565"/>
                <a:gd name="connsiteX9" fmla="*/ 2555558 w 2972634"/>
                <a:gd name="connsiteY9" fmla="*/ 2200085 h 3377565"/>
                <a:gd name="connsiteX10" fmla="*/ 2429828 w 2972634"/>
                <a:gd name="connsiteY10" fmla="*/ 2280285 h 3377565"/>
                <a:gd name="connsiteX11" fmla="*/ 2040255 w 2972634"/>
                <a:gd name="connsiteY11" fmla="*/ 2560892 h 3377565"/>
                <a:gd name="connsiteX12" fmla="*/ 1873377 w 2972634"/>
                <a:gd name="connsiteY12" fmla="*/ 2739295 h 3377565"/>
                <a:gd name="connsiteX13" fmla="*/ 1553147 w 2972634"/>
                <a:gd name="connsiteY13" fmla="*/ 3048476 h 3377565"/>
                <a:gd name="connsiteX14" fmla="*/ 1247966 w 2972634"/>
                <a:gd name="connsiteY14" fmla="*/ 3149822 h 3377565"/>
                <a:gd name="connsiteX15" fmla="*/ 662083 w 2972634"/>
                <a:gd name="connsiteY15" fmla="*/ 3018377 h 3377565"/>
                <a:gd name="connsiteX16" fmla="*/ 197263 w 2972634"/>
                <a:gd name="connsiteY16" fmla="*/ 2661476 h 3377565"/>
                <a:gd name="connsiteX17" fmla="*/ 0 w 2972634"/>
                <a:gd name="connsiteY17" fmla="*/ 2360581 h 3377565"/>
                <a:gd name="connsiteX18" fmla="*/ 0 w 2972634"/>
                <a:gd name="connsiteY18" fmla="*/ 2894933 h 3377565"/>
                <a:gd name="connsiteX19" fmla="*/ 753428 w 2972634"/>
                <a:gd name="connsiteY19" fmla="*/ 3377565 h 3377565"/>
                <a:gd name="connsiteX20" fmla="*/ 1587341 w 2972634"/>
                <a:gd name="connsiteY20" fmla="*/ 3377565 h 3377565"/>
                <a:gd name="connsiteX21" fmla="*/ 2255996 w 2972634"/>
                <a:gd name="connsiteY21" fmla="*/ 2772823 h 3377565"/>
                <a:gd name="connsiteX22" fmla="*/ 2922270 w 2972634"/>
                <a:gd name="connsiteY22" fmla="*/ 2118551 h 3377565"/>
                <a:gd name="connsiteX23" fmla="*/ 1247966 w 2972634"/>
                <a:gd name="connsiteY23" fmla="*/ 0 h 3377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972634" h="3377565">
                  <a:moveTo>
                    <a:pt x="1247966" y="0"/>
                  </a:moveTo>
                  <a:cubicBezTo>
                    <a:pt x="754285" y="0"/>
                    <a:pt x="309944" y="214694"/>
                    <a:pt x="0" y="557308"/>
                  </a:cubicBezTo>
                  <a:lnTo>
                    <a:pt x="0" y="1091660"/>
                  </a:lnTo>
                  <a:cubicBezTo>
                    <a:pt x="67437" y="953357"/>
                    <a:pt x="156019" y="827723"/>
                    <a:pt x="264414" y="717423"/>
                  </a:cubicBezTo>
                  <a:cubicBezTo>
                    <a:pt x="527399" y="449771"/>
                    <a:pt x="876776" y="302324"/>
                    <a:pt x="1247966" y="302324"/>
                  </a:cubicBezTo>
                  <a:cubicBezTo>
                    <a:pt x="1438370" y="302324"/>
                    <a:pt x="1644491" y="361283"/>
                    <a:pt x="1843850" y="472916"/>
                  </a:cubicBezTo>
                  <a:cubicBezTo>
                    <a:pt x="2046161" y="586169"/>
                    <a:pt x="2228755" y="745808"/>
                    <a:pt x="2372106" y="934688"/>
                  </a:cubicBezTo>
                  <a:cubicBezTo>
                    <a:pt x="2498884" y="1101757"/>
                    <a:pt x="2589848" y="1287209"/>
                    <a:pt x="2635377" y="1471041"/>
                  </a:cubicBezTo>
                  <a:cubicBezTo>
                    <a:pt x="2683288" y="1664779"/>
                    <a:pt x="2681859" y="1855279"/>
                    <a:pt x="2630996" y="2037112"/>
                  </a:cubicBezTo>
                  <a:cubicBezTo>
                    <a:pt x="2608993" y="2115788"/>
                    <a:pt x="2583656" y="2170557"/>
                    <a:pt x="2555558" y="2200085"/>
                  </a:cubicBezTo>
                  <a:cubicBezTo>
                    <a:pt x="2531650" y="2225135"/>
                    <a:pt x="2494121" y="2245900"/>
                    <a:pt x="2429828" y="2280285"/>
                  </a:cubicBezTo>
                  <a:cubicBezTo>
                    <a:pt x="2328482" y="2334578"/>
                    <a:pt x="2189607" y="2408873"/>
                    <a:pt x="2040255" y="2560892"/>
                  </a:cubicBezTo>
                  <a:cubicBezTo>
                    <a:pt x="1981486" y="2620709"/>
                    <a:pt x="1926527" y="2681002"/>
                    <a:pt x="1873377" y="2739295"/>
                  </a:cubicBezTo>
                  <a:cubicBezTo>
                    <a:pt x="1763839" y="2859405"/>
                    <a:pt x="1660398" y="2972943"/>
                    <a:pt x="1553147" y="3048476"/>
                  </a:cubicBezTo>
                  <a:cubicBezTo>
                    <a:pt x="1453610" y="3118580"/>
                    <a:pt x="1359503" y="3149822"/>
                    <a:pt x="1247966" y="3149822"/>
                  </a:cubicBezTo>
                  <a:cubicBezTo>
                    <a:pt x="1043178" y="3149822"/>
                    <a:pt x="846011" y="3105626"/>
                    <a:pt x="662083" y="3018377"/>
                  </a:cubicBezTo>
                  <a:cubicBezTo>
                    <a:pt x="486156" y="2934938"/>
                    <a:pt x="325374" y="2811494"/>
                    <a:pt x="197263" y="2661476"/>
                  </a:cubicBezTo>
                  <a:cubicBezTo>
                    <a:pt x="118682" y="2569464"/>
                    <a:pt x="52673" y="2468594"/>
                    <a:pt x="0" y="2360581"/>
                  </a:cubicBezTo>
                  <a:lnTo>
                    <a:pt x="0" y="2894933"/>
                  </a:lnTo>
                  <a:cubicBezTo>
                    <a:pt x="201930" y="3118104"/>
                    <a:pt x="460915" y="3286982"/>
                    <a:pt x="753428" y="3377565"/>
                  </a:cubicBezTo>
                  <a:lnTo>
                    <a:pt x="1587341" y="3377565"/>
                  </a:lnTo>
                  <a:cubicBezTo>
                    <a:pt x="1849850" y="3254312"/>
                    <a:pt x="2033492" y="2999327"/>
                    <a:pt x="2255996" y="2772823"/>
                  </a:cubicBezTo>
                  <a:cubicBezTo>
                    <a:pt x="2562892" y="2460498"/>
                    <a:pt x="2794159" y="2577084"/>
                    <a:pt x="2922270" y="2118551"/>
                  </a:cubicBezTo>
                  <a:cubicBezTo>
                    <a:pt x="3213830" y="1075182"/>
                    <a:pt x="2184654" y="0"/>
                    <a:pt x="1247966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1BA3E7A-EB58-48E8-B67C-31A7466415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6913197" y="855729"/>
              <a:ext cx="5283829" cy="6003795"/>
            </a:xfrm>
            <a:custGeom>
              <a:avLst/>
              <a:gdLst>
                <a:gd name="connsiteX0" fmla="*/ 1247966 w 2972700"/>
                <a:gd name="connsiteY0" fmla="*/ 0 h 3377755"/>
                <a:gd name="connsiteX1" fmla="*/ 0 w 2972700"/>
                <a:gd name="connsiteY1" fmla="*/ 557308 h 3377755"/>
                <a:gd name="connsiteX2" fmla="*/ 0 w 2972700"/>
                <a:gd name="connsiteY2" fmla="*/ 1245489 h 3377755"/>
                <a:gd name="connsiteX3" fmla="*/ 20288 w 2972700"/>
                <a:gd name="connsiteY3" fmla="*/ 1193387 h 3377755"/>
                <a:gd name="connsiteX4" fmla="*/ 307467 w 2972700"/>
                <a:gd name="connsiteY4" fmla="*/ 759809 h 3377755"/>
                <a:gd name="connsiteX5" fmla="*/ 1247966 w 2972700"/>
                <a:gd name="connsiteY5" fmla="*/ 362903 h 3377755"/>
                <a:gd name="connsiteX6" fmla="*/ 1814322 w 2972700"/>
                <a:gd name="connsiteY6" fmla="*/ 525780 h 3377755"/>
                <a:gd name="connsiteX7" fmla="*/ 2324005 w 2972700"/>
                <a:gd name="connsiteY7" fmla="*/ 971360 h 3377755"/>
                <a:gd name="connsiteX8" fmla="*/ 2576703 w 2972700"/>
                <a:gd name="connsiteY8" fmla="*/ 1485710 h 3377755"/>
                <a:gd name="connsiteX9" fmla="*/ 2572798 w 2972700"/>
                <a:gd name="connsiteY9" fmla="*/ 2021015 h 3377755"/>
                <a:gd name="connsiteX10" fmla="*/ 2511838 w 2972700"/>
                <a:gd name="connsiteY10" fmla="*/ 2158556 h 3377755"/>
                <a:gd name="connsiteX11" fmla="*/ 2401348 w 2972700"/>
                <a:gd name="connsiteY11" fmla="*/ 2227136 h 3377755"/>
                <a:gd name="connsiteX12" fmla="*/ 1997107 w 2972700"/>
                <a:gd name="connsiteY12" fmla="*/ 2518696 h 3377755"/>
                <a:gd name="connsiteX13" fmla="*/ 1828705 w 2972700"/>
                <a:gd name="connsiteY13" fmla="*/ 2698718 h 3377755"/>
                <a:gd name="connsiteX14" fmla="*/ 1247966 w 2972700"/>
                <a:gd name="connsiteY14" fmla="*/ 3089529 h 3377755"/>
                <a:gd name="connsiteX15" fmla="*/ 687991 w 2972700"/>
                <a:gd name="connsiteY15" fmla="*/ 2963894 h 3377755"/>
                <a:gd name="connsiteX16" fmla="*/ 243269 w 2972700"/>
                <a:gd name="connsiteY16" fmla="*/ 2622328 h 3377755"/>
                <a:gd name="connsiteX17" fmla="*/ 2477 w 2972700"/>
                <a:gd name="connsiteY17" fmla="*/ 2213610 h 3377755"/>
                <a:gd name="connsiteX18" fmla="*/ 95 w 2972700"/>
                <a:gd name="connsiteY18" fmla="*/ 2206943 h 3377755"/>
                <a:gd name="connsiteX19" fmla="*/ 95 w 2972700"/>
                <a:gd name="connsiteY19" fmla="*/ 2895124 h 3377755"/>
                <a:gd name="connsiteX20" fmla="*/ 753523 w 2972700"/>
                <a:gd name="connsiteY20" fmla="*/ 3377756 h 3377755"/>
                <a:gd name="connsiteX21" fmla="*/ 1587437 w 2972700"/>
                <a:gd name="connsiteY21" fmla="*/ 3377756 h 3377755"/>
                <a:gd name="connsiteX22" fmla="*/ 2256092 w 2972700"/>
                <a:gd name="connsiteY22" fmla="*/ 2773013 h 3377755"/>
                <a:gd name="connsiteX23" fmla="*/ 2922365 w 2972700"/>
                <a:gd name="connsiteY23" fmla="*/ 2118741 h 3377755"/>
                <a:gd name="connsiteX24" fmla="*/ 1247966 w 2972700"/>
                <a:gd name="connsiteY24" fmla="*/ 0 h 3377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972700" h="3377755">
                  <a:moveTo>
                    <a:pt x="1247966" y="0"/>
                  </a:moveTo>
                  <a:cubicBezTo>
                    <a:pt x="754285" y="0"/>
                    <a:pt x="309944" y="214694"/>
                    <a:pt x="0" y="557308"/>
                  </a:cubicBezTo>
                  <a:lnTo>
                    <a:pt x="0" y="1245489"/>
                  </a:lnTo>
                  <a:cubicBezTo>
                    <a:pt x="6477" y="1228058"/>
                    <a:pt x="13145" y="1210628"/>
                    <a:pt x="20288" y="1193387"/>
                  </a:cubicBezTo>
                  <a:cubicBezTo>
                    <a:pt x="87821" y="1030891"/>
                    <a:pt x="184404" y="885063"/>
                    <a:pt x="307467" y="759809"/>
                  </a:cubicBezTo>
                  <a:cubicBezTo>
                    <a:pt x="559118" y="503873"/>
                    <a:pt x="893064" y="362903"/>
                    <a:pt x="1247966" y="362903"/>
                  </a:cubicBezTo>
                  <a:cubicBezTo>
                    <a:pt x="1428083" y="362903"/>
                    <a:pt x="1623917" y="419195"/>
                    <a:pt x="1814322" y="525780"/>
                  </a:cubicBezTo>
                  <a:cubicBezTo>
                    <a:pt x="2009394" y="634937"/>
                    <a:pt x="2185607" y="789051"/>
                    <a:pt x="2324005" y="971360"/>
                  </a:cubicBezTo>
                  <a:cubicBezTo>
                    <a:pt x="2445830" y="1131856"/>
                    <a:pt x="2533174" y="1309688"/>
                    <a:pt x="2576703" y="1485710"/>
                  </a:cubicBezTo>
                  <a:cubicBezTo>
                    <a:pt x="2622042" y="1669161"/>
                    <a:pt x="2620804" y="1849279"/>
                    <a:pt x="2572798" y="2021015"/>
                  </a:cubicBezTo>
                  <a:cubicBezTo>
                    <a:pt x="2554034" y="2088071"/>
                    <a:pt x="2532412" y="2136934"/>
                    <a:pt x="2511838" y="2158556"/>
                  </a:cubicBezTo>
                  <a:cubicBezTo>
                    <a:pt x="2493455" y="2177796"/>
                    <a:pt x="2452878" y="2199608"/>
                    <a:pt x="2401348" y="2227136"/>
                  </a:cubicBezTo>
                  <a:cubicBezTo>
                    <a:pt x="2296573" y="2283238"/>
                    <a:pt x="2153031" y="2360010"/>
                    <a:pt x="1997107" y="2518696"/>
                  </a:cubicBezTo>
                  <a:cubicBezTo>
                    <a:pt x="1937576" y="2579370"/>
                    <a:pt x="1882235" y="2640044"/>
                    <a:pt x="1828705" y="2698718"/>
                  </a:cubicBezTo>
                  <a:cubicBezTo>
                    <a:pt x="1594580" y="2955512"/>
                    <a:pt x="1462468" y="3089529"/>
                    <a:pt x="1247966" y="3089529"/>
                  </a:cubicBezTo>
                  <a:cubicBezTo>
                    <a:pt x="1052227" y="3089529"/>
                    <a:pt x="863822" y="3047238"/>
                    <a:pt x="687991" y="2963894"/>
                  </a:cubicBezTo>
                  <a:cubicBezTo>
                    <a:pt x="519684" y="2884075"/>
                    <a:pt x="365855" y="2765965"/>
                    <a:pt x="243269" y="2622328"/>
                  </a:cubicBezTo>
                  <a:cubicBezTo>
                    <a:pt x="139541" y="2500884"/>
                    <a:pt x="58484" y="2363343"/>
                    <a:pt x="2477" y="2213610"/>
                  </a:cubicBezTo>
                  <a:cubicBezTo>
                    <a:pt x="1619" y="2211419"/>
                    <a:pt x="857" y="2209133"/>
                    <a:pt x="95" y="2206943"/>
                  </a:cubicBezTo>
                  <a:lnTo>
                    <a:pt x="95" y="2895124"/>
                  </a:lnTo>
                  <a:cubicBezTo>
                    <a:pt x="202025" y="3118295"/>
                    <a:pt x="461010" y="3287173"/>
                    <a:pt x="753523" y="3377756"/>
                  </a:cubicBezTo>
                  <a:lnTo>
                    <a:pt x="1587437" y="3377756"/>
                  </a:lnTo>
                  <a:cubicBezTo>
                    <a:pt x="1849946" y="3254502"/>
                    <a:pt x="2033588" y="2999518"/>
                    <a:pt x="2256092" y="2773013"/>
                  </a:cubicBezTo>
                  <a:cubicBezTo>
                    <a:pt x="2562987" y="2460689"/>
                    <a:pt x="2794254" y="2577275"/>
                    <a:pt x="2922365" y="2118741"/>
                  </a:cubicBezTo>
                  <a:cubicBezTo>
                    <a:pt x="3213830" y="1075182"/>
                    <a:pt x="2184654" y="0"/>
                    <a:pt x="1247966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27" name="Freeform: Shape 26">
              <a:extLst>
                <a:ext uri="{FF2B5EF4-FFF2-40B4-BE49-F238E27FC236}">
                  <a16:creationId xmlns:a16="http://schemas.microsoft.com/office/drawing/2014/main" id="{85A1FD08-DCDA-4E01-BB3D-303ED31364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6626306" y="695399"/>
              <a:ext cx="5570720" cy="6162601"/>
            </a:xfrm>
            <a:custGeom>
              <a:avLst/>
              <a:gdLst>
                <a:gd name="connsiteX0" fmla="*/ 1262253 w 3134106"/>
                <a:gd name="connsiteY0" fmla="*/ 0 h 3467100"/>
                <a:gd name="connsiteX1" fmla="*/ 0 w 3134106"/>
                <a:gd name="connsiteY1" fmla="*/ 482156 h 3467100"/>
                <a:gd name="connsiteX2" fmla="*/ 0 w 3134106"/>
                <a:gd name="connsiteY2" fmla="*/ 777526 h 3467100"/>
                <a:gd name="connsiteX3" fmla="*/ 106966 w 3134106"/>
                <a:gd name="connsiteY3" fmla="*/ 645319 h 3467100"/>
                <a:gd name="connsiteX4" fmla="*/ 621316 w 3134106"/>
                <a:gd name="connsiteY4" fmla="*/ 259556 h 3467100"/>
                <a:gd name="connsiteX5" fmla="*/ 658749 w 3134106"/>
                <a:gd name="connsiteY5" fmla="*/ 242888 h 3467100"/>
                <a:gd name="connsiteX6" fmla="*/ 696468 w 3134106"/>
                <a:gd name="connsiteY6" fmla="*/ 226790 h 3467100"/>
                <a:gd name="connsiteX7" fmla="*/ 734854 w 3134106"/>
                <a:gd name="connsiteY7" fmla="*/ 212217 h 3467100"/>
                <a:gd name="connsiteX8" fmla="*/ 773525 w 3134106"/>
                <a:gd name="connsiteY8" fmla="*/ 198215 h 3467100"/>
                <a:gd name="connsiteX9" fmla="*/ 812768 w 3134106"/>
                <a:gd name="connsiteY9" fmla="*/ 185642 h 3467100"/>
                <a:gd name="connsiteX10" fmla="*/ 852202 w 3134106"/>
                <a:gd name="connsiteY10" fmla="*/ 173736 h 3467100"/>
                <a:gd name="connsiteX11" fmla="*/ 892112 w 3134106"/>
                <a:gd name="connsiteY11" fmla="*/ 163354 h 3467100"/>
                <a:gd name="connsiteX12" fmla="*/ 912114 w 3134106"/>
                <a:gd name="connsiteY12" fmla="*/ 158210 h 3467100"/>
                <a:gd name="connsiteX13" fmla="*/ 922115 w 3134106"/>
                <a:gd name="connsiteY13" fmla="*/ 155639 h 3467100"/>
                <a:gd name="connsiteX14" fmla="*/ 932212 w 3134106"/>
                <a:gd name="connsiteY14" fmla="*/ 153543 h 3467100"/>
                <a:gd name="connsiteX15" fmla="*/ 1260634 w 3134106"/>
                <a:gd name="connsiteY15" fmla="*/ 117062 h 3467100"/>
                <a:gd name="connsiteX16" fmla="*/ 1587341 w 3134106"/>
                <a:gd name="connsiteY16" fmla="*/ 161544 h 3467100"/>
                <a:gd name="connsiteX17" fmla="*/ 1743647 w 3134106"/>
                <a:gd name="connsiteY17" fmla="*/ 213741 h 3467100"/>
                <a:gd name="connsiteX18" fmla="*/ 1892808 w 3134106"/>
                <a:gd name="connsiteY18" fmla="*/ 282702 h 3467100"/>
                <a:gd name="connsiteX19" fmla="*/ 2033683 w 3134106"/>
                <a:gd name="connsiteY19" fmla="*/ 365950 h 3467100"/>
                <a:gd name="connsiteX20" fmla="*/ 2165509 w 3134106"/>
                <a:gd name="connsiteY20" fmla="*/ 461677 h 3467100"/>
                <a:gd name="connsiteX21" fmla="*/ 2288286 w 3134106"/>
                <a:gd name="connsiteY21" fmla="*/ 567500 h 3467100"/>
                <a:gd name="connsiteX22" fmla="*/ 2401348 w 3134106"/>
                <a:gd name="connsiteY22" fmla="*/ 682371 h 3467100"/>
                <a:gd name="connsiteX23" fmla="*/ 2505075 w 3134106"/>
                <a:gd name="connsiteY23" fmla="*/ 804577 h 3467100"/>
                <a:gd name="connsiteX24" fmla="*/ 2598801 w 3134106"/>
                <a:gd name="connsiteY24" fmla="*/ 933355 h 3467100"/>
                <a:gd name="connsiteX25" fmla="*/ 2682240 w 3134106"/>
                <a:gd name="connsiteY25" fmla="*/ 1067943 h 3467100"/>
                <a:gd name="connsiteX26" fmla="*/ 2754725 w 3134106"/>
                <a:gd name="connsiteY26" fmla="*/ 1207770 h 3467100"/>
                <a:gd name="connsiteX27" fmla="*/ 2861596 w 3134106"/>
                <a:gd name="connsiteY27" fmla="*/ 1501140 h 3467100"/>
                <a:gd name="connsiteX28" fmla="*/ 2893314 w 3134106"/>
                <a:gd name="connsiteY28" fmla="*/ 1653254 h 3467100"/>
                <a:gd name="connsiteX29" fmla="*/ 2898743 w 3134106"/>
                <a:gd name="connsiteY29" fmla="*/ 1691640 h 3467100"/>
                <a:gd name="connsiteX30" fmla="*/ 2903220 w 3134106"/>
                <a:gd name="connsiteY30" fmla="*/ 1730216 h 3467100"/>
                <a:gd name="connsiteX31" fmla="*/ 2906840 w 3134106"/>
                <a:gd name="connsiteY31" fmla="*/ 1768888 h 3467100"/>
                <a:gd name="connsiteX32" fmla="*/ 2909221 w 3134106"/>
                <a:gd name="connsiteY32" fmla="*/ 1807655 h 3467100"/>
                <a:gd name="connsiteX33" fmla="*/ 2907506 w 3134106"/>
                <a:gd name="connsiteY33" fmla="*/ 1963007 h 3467100"/>
                <a:gd name="connsiteX34" fmla="*/ 2904458 w 3134106"/>
                <a:gd name="connsiteY34" fmla="*/ 2001869 h 3467100"/>
                <a:gd name="connsiteX35" fmla="*/ 2900267 w 3134106"/>
                <a:gd name="connsiteY35" fmla="*/ 2040636 h 3467100"/>
                <a:gd name="connsiteX36" fmla="*/ 2894648 w 3134106"/>
                <a:gd name="connsiteY36" fmla="*/ 2079308 h 3467100"/>
                <a:gd name="connsiteX37" fmla="*/ 2888075 w 3134106"/>
                <a:gd name="connsiteY37" fmla="*/ 2117884 h 3467100"/>
                <a:gd name="connsiteX38" fmla="*/ 2849785 w 3134106"/>
                <a:gd name="connsiteY38" fmla="*/ 2268855 h 3467100"/>
                <a:gd name="connsiteX39" fmla="*/ 2785491 w 3134106"/>
                <a:gd name="connsiteY39" fmla="*/ 2404777 h 3467100"/>
                <a:gd name="connsiteX40" fmla="*/ 2682049 w 3134106"/>
                <a:gd name="connsiteY40" fmla="*/ 2511647 h 3467100"/>
                <a:gd name="connsiteX41" fmla="*/ 2544318 w 3134106"/>
                <a:gd name="connsiteY41" fmla="*/ 2596229 h 3467100"/>
                <a:gd name="connsiteX42" fmla="*/ 2270474 w 3134106"/>
                <a:gd name="connsiteY42" fmla="*/ 2796349 h 3467100"/>
                <a:gd name="connsiteX43" fmla="*/ 2211896 w 3134106"/>
                <a:gd name="connsiteY43" fmla="*/ 2856357 h 3467100"/>
                <a:gd name="connsiteX44" fmla="*/ 2155127 w 3134106"/>
                <a:gd name="connsiteY44" fmla="*/ 2916936 h 3467100"/>
                <a:gd name="connsiteX45" fmla="*/ 2042636 w 3134106"/>
                <a:gd name="connsiteY45" fmla="*/ 3038094 h 3467100"/>
                <a:gd name="connsiteX46" fmla="*/ 1985963 w 3134106"/>
                <a:gd name="connsiteY46" fmla="*/ 3097721 h 3467100"/>
                <a:gd name="connsiteX47" fmla="*/ 1928051 w 3134106"/>
                <a:gd name="connsiteY47" fmla="*/ 3155728 h 3467100"/>
                <a:gd name="connsiteX48" fmla="*/ 1806702 w 3134106"/>
                <a:gd name="connsiteY48" fmla="*/ 3264313 h 3467100"/>
                <a:gd name="connsiteX49" fmla="*/ 1674400 w 3134106"/>
                <a:gd name="connsiteY49" fmla="*/ 3356134 h 3467100"/>
                <a:gd name="connsiteX50" fmla="*/ 1529906 w 3134106"/>
                <a:gd name="connsiteY50" fmla="*/ 3422333 h 3467100"/>
                <a:gd name="connsiteX51" fmla="*/ 1492187 w 3134106"/>
                <a:gd name="connsiteY51" fmla="*/ 3434048 h 3467100"/>
                <a:gd name="connsiteX52" fmla="*/ 1453896 w 3134106"/>
                <a:gd name="connsiteY52" fmla="*/ 3443669 h 3467100"/>
                <a:gd name="connsiteX53" fmla="*/ 1415129 w 3134106"/>
                <a:gd name="connsiteY53" fmla="*/ 3451003 h 3467100"/>
                <a:gd name="connsiteX54" fmla="*/ 1376077 w 3134106"/>
                <a:gd name="connsiteY54" fmla="*/ 3456241 h 3467100"/>
                <a:gd name="connsiteX55" fmla="*/ 1336834 w 3134106"/>
                <a:gd name="connsiteY55" fmla="*/ 3459480 h 3467100"/>
                <a:gd name="connsiteX56" fmla="*/ 1297496 w 3134106"/>
                <a:gd name="connsiteY56" fmla="*/ 3460718 h 3467100"/>
                <a:gd name="connsiteX57" fmla="*/ 1258062 w 3134106"/>
                <a:gd name="connsiteY57" fmla="*/ 3460052 h 3467100"/>
                <a:gd name="connsiteX58" fmla="*/ 1217676 w 3134106"/>
                <a:gd name="connsiteY58" fmla="*/ 3457480 h 3467100"/>
                <a:gd name="connsiteX59" fmla="*/ 900113 w 3134106"/>
                <a:gd name="connsiteY59" fmla="*/ 3406426 h 3467100"/>
                <a:gd name="connsiteX60" fmla="*/ 823246 w 3134106"/>
                <a:gd name="connsiteY60" fmla="*/ 3383947 h 3467100"/>
                <a:gd name="connsiteX61" fmla="*/ 747808 w 3134106"/>
                <a:gd name="connsiteY61" fmla="*/ 3357753 h 3467100"/>
                <a:gd name="connsiteX62" fmla="*/ 710660 w 3134106"/>
                <a:gd name="connsiteY62" fmla="*/ 3343370 h 3467100"/>
                <a:gd name="connsiteX63" fmla="*/ 673799 w 3134106"/>
                <a:gd name="connsiteY63" fmla="*/ 3328321 h 3467100"/>
                <a:gd name="connsiteX64" fmla="*/ 655415 w 3134106"/>
                <a:gd name="connsiteY64" fmla="*/ 3320796 h 3467100"/>
                <a:gd name="connsiteX65" fmla="*/ 637413 w 3134106"/>
                <a:gd name="connsiteY65" fmla="*/ 3312319 h 3467100"/>
                <a:gd name="connsiteX66" fmla="*/ 601409 w 3134106"/>
                <a:gd name="connsiteY66" fmla="*/ 3295460 h 3467100"/>
                <a:gd name="connsiteX67" fmla="*/ 96012 w 3134106"/>
                <a:gd name="connsiteY67" fmla="*/ 2922746 h 3467100"/>
                <a:gd name="connsiteX68" fmla="*/ 0 w 3134106"/>
                <a:gd name="connsiteY68" fmla="*/ 2808256 h 3467100"/>
                <a:gd name="connsiteX69" fmla="*/ 0 w 3134106"/>
                <a:gd name="connsiteY69" fmla="*/ 3204020 h 3467100"/>
                <a:gd name="connsiteX70" fmla="*/ 376523 w 3134106"/>
                <a:gd name="connsiteY70" fmla="*/ 3467100 h 3467100"/>
                <a:gd name="connsiteX71" fmla="*/ 2147983 w 3134106"/>
                <a:gd name="connsiteY71" fmla="*/ 3467100 h 3467100"/>
                <a:gd name="connsiteX72" fmla="*/ 3134106 w 3134106"/>
                <a:gd name="connsiteY72" fmla="*/ 1843088 h 3467100"/>
                <a:gd name="connsiteX73" fmla="*/ 1262253 w 3134106"/>
                <a:gd name="connsiteY73" fmla="*/ 0 h 346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3134106" h="3467100">
                  <a:moveTo>
                    <a:pt x="1262253" y="0"/>
                  </a:moveTo>
                  <a:cubicBezTo>
                    <a:pt x="775907" y="0"/>
                    <a:pt x="332804" y="182690"/>
                    <a:pt x="0" y="482156"/>
                  </a:cubicBezTo>
                  <a:lnTo>
                    <a:pt x="0" y="777526"/>
                  </a:lnTo>
                  <a:cubicBezTo>
                    <a:pt x="33338" y="731901"/>
                    <a:pt x="68961" y="687705"/>
                    <a:pt x="106966" y="645319"/>
                  </a:cubicBezTo>
                  <a:cubicBezTo>
                    <a:pt x="248603" y="486632"/>
                    <a:pt x="423100" y="351854"/>
                    <a:pt x="621316" y="259556"/>
                  </a:cubicBezTo>
                  <a:lnTo>
                    <a:pt x="658749" y="242888"/>
                  </a:lnTo>
                  <a:cubicBezTo>
                    <a:pt x="671322" y="237458"/>
                    <a:pt x="683609" y="231362"/>
                    <a:pt x="696468" y="226790"/>
                  </a:cubicBezTo>
                  <a:lnTo>
                    <a:pt x="734854" y="212217"/>
                  </a:lnTo>
                  <a:cubicBezTo>
                    <a:pt x="747713" y="207550"/>
                    <a:pt x="760381" y="202121"/>
                    <a:pt x="773525" y="198215"/>
                  </a:cubicBezTo>
                  <a:lnTo>
                    <a:pt x="812768" y="185642"/>
                  </a:lnTo>
                  <a:cubicBezTo>
                    <a:pt x="825913" y="181547"/>
                    <a:pt x="838867" y="176879"/>
                    <a:pt x="852202" y="173736"/>
                  </a:cubicBezTo>
                  <a:lnTo>
                    <a:pt x="892112" y="163354"/>
                  </a:lnTo>
                  <a:lnTo>
                    <a:pt x="912114" y="158210"/>
                  </a:lnTo>
                  <a:lnTo>
                    <a:pt x="922115" y="155639"/>
                  </a:lnTo>
                  <a:lnTo>
                    <a:pt x="932212" y="153543"/>
                  </a:lnTo>
                  <a:cubicBezTo>
                    <a:pt x="1039749" y="129635"/>
                    <a:pt x="1150144" y="117443"/>
                    <a:pt x="1260634" y="117062"/>
                  </a:cubicBezTo>
                  <a:cubicBezTo>
                    <a:pt x="1370933" y="116967"/>
                    <a:pt x="1481138" y="132874"/>
                    <a:pt x="1587341" y="161544"/>
                  </a:cubicBezTo>
                  <a:cubicBezTo>
                    <a:pt x="1640491" y="175831"/>
                    <a:pt x="1692688" y="193358"/>
                    <a:pt x="1743647" y="213741"/>
                  </a:cubicBezTo>
                  <a:cubicBezTo>
                    <a:pt x="1794796" y="233744"/>
                    <a:pt x="1844421" y="257175"/>
                    <a:pt x="1892808" y="282702"/>
                  </a:cubicBezTo>
                  <a:cubicBezTo>
                    <a:pt x="1941290" y="308134"/>
                    <a:pt x="1988153" y="336233"/>
                    <a:pt x="2033683" y="365950"/>
                  </a:cubicBezTo>
                  <a:cubicBezTo>
                    <a:pt x="2079117" y="395954"/>
                    <a:pt x="2123027" y="428054"/>
                    <a:pt x="2165509" y="461677"/>
                  </a:cubicBezTo>
                  <a:cubicBezTo>
                    <a:pt x="2207990" y="495300"/>
                    <a:pt x="2248948" y="530733"/>
                    <a:pt x="2288286" y="567500"/>
                  </a:cubicBezTo>
                  <a:cubicBezTo>
                    <a:pt x="2327720" y="604266"/>
                    <a:pt x="2365153" y="642938"/>
                    <a:pt x="2401348" y="682371"/>
                  </a:cubicBezTo>
                  <a:cubicBezTo>
                    <a:pt x="2437543" y="721900"/>
                    <a:pt x="2472119" y="762667"/>
                    <a:pt x="2505075" y="804577"/>
                  </a:cubicBezTo>
                  <a:cubicBezTo>
                    <a:pt x="2537841" y="846677"/>
                    <a:pt x="2569369" y="889445"/>
                    <a:pt x="2598801" y="933355"/>
                  </a:cubicBezTo>
                  <a:cubicBezTo>
                    <a:pt x="2628329" y="977265"/>
                    <a:pt x="2656428" y="1022128"/>
                    <a:pt x="2682240" y="1067943"/>
                  </a:cubicBezTo>
                  <a:cubicBezTo>
                    <a:pt x="2708243" y="1113663"/>
                    <a:pt x="2732437" y="1160336"/>
                    <a:pt x="2754725" y="1207770"/>
                  </a:cubicBezTo>
                  <a:cubicBezTo>
                    <a:pt x="2799112" y="1302639"/>
                    <a:pt x="2835021" y="1400747"/>
                    <a:pt x="2861596" y="1501140"/>
                  </a:cubicBezTo>
                  <a:cubicBezTo>
                    <a:pt x="2874645" y="1551337"/>
                    <a:pt x="2885218" y="1602105"/>
                    <a:pt x="2893314" y="1653254"/>
                  </a:cubicBezTo>
                  <a:cubicBezTo>
                    <a:pt x="2895314" y="1666018"/>
                    <a:pt x="2897410" y="1678781"/>
                    <a:pt x="2898743" y="1691640"/>
                  </a:cubicBezTo>
                  <a:cubicBezTo>
                    <a:pt x="2900172" y="1704499"/>
                    <a:pt x="2902172" y="1717262"/>
                    <a:pt x="2903220" y="1730216"/>
                  </a:cubicBezTo>
                  <a:cubicBezTo>
                    <a:pt x="2904363" y="1743075"/>
                    <a:pt x="2905792" y="1755934"/>
                    <a:pt x="2906840" y="1768888"/>
                  </a:cubicBezTo>
                  <a:lnTo>
                    <a:pt x="2909221" y="1807655"/>
                  </a:lnTo>
                  <a:cubicBezTo>
                    <a:pt x="2911316" y="1859375"/>
                    <a:pt x="2911221" y="1911191"/>
                    <a:pt x="2907506" y="1963007"/>
                  </a:cubicBezTo>
                  <a:cubicBezTo>
                    <a:pt x="2906459" y="1975961"/>
                    <a:pt x="2906078" y="1988915"/>
                    <a:pt x="2904458" y="2001869"/>
                  </a:cubicBezTo>
                  <a:lnTo>
                    <a:pt x="2900267" y="2040636"/>
                  </a:lnTo>
                  <a:lnTo>
                    <a:pt x="2894648" y="2079308"/>
                  </a:lnTo>
                  <a:cubicBezTo>
                    <a:pt x="2892838" y="2092166"/>
                    <a:pt x="2890171" y="2104930"/>
                    <a:pt x="2888075" y="2117884"/>
                  </a:cubicBezTo>
                  <a:cubicBezTo>
                    <a:pt x="2878360" y="2169128"/>
                    <a:pt x="2866168" y="2220278"/>
                    <a:pt x="2849785" y="2268855"/>
                  </a:cubicBezTo>
                  <a:cubicBezTo>
                    <a:pt x="2833402" y="2317433"/>
                    <a:pt x="2813018" y="2363915"/>
                    <a:pt x="2785491" y="2404777"/>
                  </a:cubicBezTo>
                  <a:cubicBezTo>
                    <a:pt x="2758440" y="2446115"/>
                    <a:pt x="2723579" y="2481263"/>
                    <a:pt x="2682049" y="2511647"/>
                  </a:cubicBezTo>
                  <a:cubicBezTo>
                    <a:pt x="2640616" y="2542223"/>
                    <a:pt x="2592705" y="2568321"/>
                    <a:pt x="2544318" y="2596229"/>
                  </a:cubicBezTo>
                  <a:cubicBezTo>
                    <a:pt x="2446687" y="2650808"/>
                    <a:pt x="2350580" y="2716530"/>
                    <a:pt x="2270474" y="2796349"/>
                  </a:cubicBezTo>
                  <a:cubicBezTo>
                    <a:pt x="2250091" y="2816257"/>
                    <a:pt x="2230946" y="2836164"/>
                    <a:pt x="2211896" y="2856357"/>
                  </a:cubicBezTo>
                  <a:lnTo>
                    <a:pt x="2155127" y="2916936"/>
                  </a:lnTo>
                  <a:cubicBezTo>
                    <a:pt x="2117503" y="2957417"/>
                    <a:pt x="2080260" y="2998089"/>
                    <a:pt x="2042636" y="3038094"/>
                  </a:cubicBezTo>
                  <a:cubicBezTo>
                    <a:pt x="2023872" y="3058097"/>
                    <a:pt x="2005013" y="3078099"/>
                    <a:pt x="1985963" y="3097721"/>
                  </a:cubicBezTo>
                  <a:cubicBezTo>
                    <a:pt x="1966913" y="3117342"/>
                    <a:pt x="1947577" y="3136678"/>
                    <a:pt x="1928051" y="3155728"/>
                  </a:cubicBezTo>
                  <a:cubicBezTo>
                    <a:pt x="1889093" y="3193828"/>
                    <a:pt x="1848707" y="3230309"/>
                    <a:pt x="1806702" y="3264313"/>
                  </a:cubicBezTo>
                  <a:cubicBezTo>
                    <a:pt x="1764792" y="3298412"/>
                    <a:pt x="1720406" y="3329083"/>
                    <a:pt x="1674400" y="3356134"/>
                  </a:cubicBezTo>
                  <a:cubicBezTo>
                    <a:pt x="1628204" y="3382804"/>
                    <a:pt x="1579912" y="3405473"/>
                    <a:pt x="1529906" y="3422333"/>
                  </a:cubicBezTo>
                  <a:cubicBezTo>
                    <a:pt x="1517428" y="3426714"/>
                    <a:pt x="1504664" y="3430048"/>
                    <a:pt x="1492187" y="3434048"/>
                  </a:cubicBezTo>
                  <a:cubicBezTo>
                    <a:pt x="1479518" y="3437478"/>
                    <a:pt x="1466660" y="3440430"/>
                    <a:pt x="1453896" y="3443669"/>
                  </a:cubicBezTo>
                  <a:cubicBezTo>
                    <a:pt x="1440942" y="3446145"/>
                    <a:pt x="1428083" y="3448717"/>
                    <a:pt x="1415129" y="3451003"/>
                  </a:cubicBezTo>
                  <a:cubicBezTo>
                    <a:pt x="1402080" y="3452717"/>
                    <a:pt x="1389126" y="3454813"/>
                    <a:pt x="1376077" y="3456241"/>
                  </a:cubicBezTo>
                  <a:cubicBezTo>
                    <a:pt x="1362932" y="3457289"/>
                    <a:pt x="1349978" y="3458718"/>
                    <a:pt x="1336834" y="3459480"/>
                  </a:cubicBezTo>
                  <a:cubicBezTo>
                    <a:pt x="1323689" y="3459861"/>
                    <a:pt x="1310640" y="3460623"/>
                    <a:pt x="1297496" y="3460718"/>
                  </a:cubicBezTo>
                  <a:cubicBezTo>
                    <a:pt x="1284351" y="3460433"/>
                    <a:pt x="1271302" y="3460528"/>
                    <a:pt x="1258062" y="3460052"/>
                  </a:cubicBezTo>
                  <a:lnTo>
                    <a:pt x="1217676" y="3457480"/>
                  </a:lnTo>
                  <a:cubicBezTo>
                    <a:pt x="1110044" y="3450717"/>
                    <a:pt x="1003554" y="3433286"/>
                    <a:pt x="900113" y="3406426"/>
                  </a:cubicBezTo>
                  <a:lnTo>
                    <a:pt x="823246" y="3383947"/>
                  </a:lnTo>
                  <a:cubicBezTo>
                    <a:pt x="797909" y="3375660"/>
                    <a:pt x="772954" y="3366326"/>
                    <a:pt x="747808" y="3357753"/>
                  </a:cubicBezTo>
                  <a:cubicBezTo>
                    <a:pt x="735140" y="3353753"/>
                    <a:pt x="722948" y="3348323"/>
                    <a:pt x="710660" y="3343370"/>
                  </a:cubicBezTo>
                  <a:lnTo>
                    <a:pt x="673799" y="3328321"/>
                  </a:lnTo>
                  <a:lnTo>
                    <a:pt x="655415" y="3320796"/>
                  </a:lnTo>
                  <a:lnTo>
                    <a:pt x="637413" y="3312319"/>
                  </a:lnTo>
                  <a:lnTo>
                    <a:pt x="601409" y="3295460"/>
                  </a:lnTo>
                  <a:cubicBezTo>
                    <a:pt x="410909" y="3202877"/>
                    <a:pt x="238125" y="3076575"/>
                    <a:pt x="96012" y="2922746"/>
                  </a:cubicBezTo>
                  <a:cubicBezTo>
                    <a:pt x="62103" y="2886075"/>
                    <a:pt x="30194" y="2847785"/>
                    <a:pt x="0" y="2808256"/>
                  </a:cubicBezTo>
                  <a:lnTo>
                    <a:pt x="0" y="3204020"/>
                  </a:lnTo>
                  <a:cubicBezTo>
                    <a:pt x="113538" y="3306223"/>
                    <a:pt x="239935" y="3394710"/>
                    <a:pt x="376523" y="3467100"/>
                  </a:cubicBezTo>
                  <a:lnTo>
                    <a:pt x="2147983" y="3467100"/>
                  </a:lnTo>
                  <a:cubicBezTo>
                    <a:pt x="2735009" y="3156014"/>
                    <a:pt x="3134106" y="2545461"/>
                    <a:pt x="3134106" y="1843088"/>
                  </a:cubicBezTo>
                  <a:cubicBezTo>
                    <a:pt x="3134106" y="825151"/>
                    <a:pt x="2296097" y="0"/>
                    <a:pt x="1262253" y="0"/>
                  </a:cubicBez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60046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3C994B4-9721-4148-9EEC-6793CECDE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3" y="-1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D95E49-763A-4886-B038-82F734740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28E080-9EDE-496F-8121-7480CF4F3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699899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4E5CB8-3096-0024-34DE-835F3156E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900" y="540167"/>
            <a:ext cx="5370576" cy="2135867"/>
          </a:xfrm>
        </p:spPr>
        <p:txBody>
          <a:bodyPr anchor="b">
            <a:normAutofit/>
          </a:bodyPr>
          <a:lstStyle/>
          <a:p>
            <a:r>
              <a:rPr lang="en-US" sz="4800"/>
              <a:t>Features </a:t>
            </a:r>
            <a:endParaRPr lang="en-IN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C5DA0-D8DF-23B6-4360-957182CAF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900" y="2880452"/>
            <a:ext cx="5370576" cy="3095445"/>
          </a:xfrm>
        </p:spPr>
        <p:txBody>
          <a:bodyPr>
            <a:normAutofit/>
          </a:bodyPr>
          <a:lstStyle/>
          <a:p>
            <a:r>
              <a:rPr lang="en-US" sz="2000" dirty="0"/>
              <a:t>Currently there are 3 sensors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Swipe / Touch  - To move the Ball in three different lanes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Gyroscope – To precisely control the ball move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Vibrations – When the ball hits an obstacle or When a level is completed.</a:t>
            </a:r>
          </a:p>
          <a:p>
            <a:r>
              <a:rPr lang="en-US" sz="2000" dirty="0"/>
              <a:t>Top Down level with working gyro and Collisions.</a:t>
            </a: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88C27D-5B01-459C-AD27-511C9689F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1363318" y="711249"/>
            <a:ext cx="826382" cy="5440680"/>
          </a:xfrm>
          <a:prstGeom prst="rect">
            <a:avLst/>
          </a:prstGeom>
          <a:solidFill>
            <a:schemeClr val="accent1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085D7B9-E066-4923-8CB7-294BF3062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Move">
            <a:extLst>
              <a:ext uri="{FF2B5EF4-FFF2-40B4-BE49-F238E27FC236}">
                <a16:creationId xmlns:a16="http://schemas.microsoft.com/office/drawing/2014/main" id="{0288D9D9-6762-AC58-7802-AC0F7B7875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20446" y="2006384"/>
            <a:ext cx="4145544" cy="4145544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3175AC-7EC8-4358-95B4-536D65F85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942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440A548-C0D4-4418-940E-EDC2F1D9A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08B267-8CD2-4684-A57B-9F1070769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06F858-F4C1-A984-5452-FA61B1C4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7740" y="802955"/>
            <a:ext cx="4766330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Plans</a:t>
            </a:r>
            <a:endParaRPr lang="en-IN" sz="360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1E5AB36-9328-47E9-95AD-E38AC1C0E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" y="-369"/>
            <a:ext cx="6091008" cy="6858000"/>
            <a:chOff x="305" y="-369"/>
            <a:chExt cx="6091008" cy="6858000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532450F-A219-4BF5-88FA-A47084237C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57007" cy="6858000"/>
            </a:xfrm>
            <a:custGeom>
              <a:avLst/>
              <a:gdLst>
                <a:gd name="connsiteX0" fmla="*/ 1423825 w 6057007"/>
                <a:gd name="connsiteY0" fmla="*/ 0 h 6858000"/>
                <a:gd name="connsiteX1" fmla="*/ 4262456 w 6057007"/>
                <a:gd name="connsiteY1" fmla="*/ 0 h 6858000"/>
                <a:gd name="connsiteX2" fmla="*/ 4371584 w 6057007"/>
                <a:gd name="connsiteY2" fmla="*/ 79625 h 6858000"/>
                <a:gd name="connsiteX3" fmla="*/ 5400299 w 6057007"/>
                <a:gd name="connsiteY3" fmla="*/ 1779691 h 6858000"/>
                <a:gd name="connsiteX4" fmla="*/ 5961759 w 6057007"/>
                <a:gd name="connsiteY4" fmla="*/ 4554903 h 6858000"/>
                <a:gd name="connsiteX5" fmla="*/ 4326541 w 6057007"/>
                <a:gd name="connsiteY5" fmla="*/ 6729688 h 6858000"/>
                <a:gd name="connsiteX6" fmla="*/ 4109121 w 6057007"/>
                <a:gd name="connsiteY6" fmla="*/ 6858000 h 6858000"/>
                <a:gd name="connsiteX7" fmla="*/ 1145358 w 6057007"/>
                <a:gd name="connsiteY7" fmla="*/ 6858000 h 6858000"/>
                <a:gd name="connsiteX8" fmla="*/ 1143587 w 6057007"/>
                <a:gd name="connsiteY8" fmla="*/ 6856705 h 6858000"/>
                <a:gd name="connsiteX9" fmla="*/ 162579 w 6057007"/>
                <a:gd name="connsiteY9" fmla="*/ 6240990 h 6858000"/>
                <a:gd name="connsiteX10" fmla="*/ 0 w 6057007"/>
                <a:gd name="connsiteY10" fmla="*/ 6125553 h 6858000"/>
                <a:gd name="connsiteX11" fmla="*/ 0 w 6057007"/>
                <a:gd name="connsiteY11" fmla="*/ 4670879 h 6858000"/>
                <a:gd name="connsiteX12" fmla="*/ 38388 w 6057007"/>
                <a:gd name="connsiteY12" fmla="*/ 4778792 h 6858000"/>
                <a:gd name="connsiteX13" fmla="*/ 155449 w 6057007"/>
                <a:gd name="connsiteY13" fmla="*/ 5029879 h 6858000"/>
                <a:gd name="connsiteX14" fmla="*/ 411802 w 6057007"/>
                <a:gd name="connsiteY14" fmla="*/ 5399531 h 6858000"/>
                <a:gd name="connsiteX15" fmla="*/ 806388 w 6057007"/>
                <a:gd name="connsiteY15" fmla="*/ 5659633 h 6858000"/>
                <a:gd name="connsiteX16" fmla="*/ 1801512 w 6057007"/>
                <a:gd name="connsiteY16" fmla="*/ 6314010 h 6858000"/>
                <a:gd name="connsiteX17" fmla="*/ 2653483 w 6057007"/>
                <a:gd name="connsiteY17" fmla="*/ 6529898 h 6858000"/>
                <a:gd name="connsiteX18" fmla="*/ 3666486 w 6057007"/>
                <a:gd name="connsiteY18" fmla="*/ 6190615 h 6858000"/>
                <a:gd name="connsiteX19" fmla="*/ 4658657 w 6057007"/>
                <a:gd name="connsiteY19" fmla="*/ 5428179 h 6858000"/>
                <a:gd name="connsiteX20" fmla="*/ 5222967 w 6057007"/>
                <a:gd name="connsiteY20" fmla="*/ 4356944 h 6858000"/>
                <a:gd name="connsiteX21" fmla="*/ 4724795 w 6057007"/>
                <a:gd name="connsiteY21" fmla="*/ 2210416 h 6858000"/>
                <a:gd name="connsiteX22" fmla="*/ 4473185 w 6057007"/>
                <a:gd name="connsiteY22" fmla="*/ 1691554 h 6858000"/>
                <a:gd name="connsiteX23" fmla="*/ 4046677 w 6057007"/>
                <a:gd name="connsiteY23" fmla="*/ 911781 h 6858000"/>
                <a:gd name="connsiteX24" fmla="*/ 3555564 w 6057007"/>
                <a:gd name="connsiteY24" fmla="*/ 585888 h 6858000"/>
                <a:gd name="connsiteX25" fmla="*/ 2405914 w 6057007"/>
                <a:gd name="connsiteY25" fmla="*/ 536282 h 6858000"/>
                <a:gd name="connsiteX26" fmla="*/ 1345719 w 6057007"/>
                <a:gd name="connsiteY26" fmla="*/ 957619 h 6858000"/>
                <a:gd name="connsiteX27" fmla="*/ 73341 w 6057007"/>
                <a:gd name="connsiteY27" fmla="*/ 2571698 h 6858000"/>
                <a:gd name="connsiteX28" fmla="*/ 0 w 6057007"/>
                <a:gd name="connsiteY28" fmla="*/ 2803810 h 6858000"/>
                <a:gd name="connsiteX29" fmla="*/ 0 w 6057007"/>
                <a:gd name="connsiteY29" fmla="*/ 1147591 h 6858000"/>
                <a:gd name="connsiteX30" fmla="*/ 142706 w 6057007"/>
                <a:gd name="connsiteY30" fmla="*/ 968763 h 6858000"/>
                <a:gd name="connsiteX31" fmla="*/ 971831 w 6057007"/>
                <a:gd name="connsiteY31" fmla="*/ 249890 h 6858000"/>
                <a:gd name="connsiteX32" fmla="*/ 1288677 w 6057007"/>
                <a:gd name="connsiteY32" fmla="*/ 6583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057007" h="6858000">
                  <a:moveTo>
                    <a:pt x="1423825" y="0"/>
                  </a:moveTo>
                  <a:lnTo>
                    <a:pt x="4262456" y="0"/>
                  </a:lnTo>
                  <a:lnTo>
                    <a:pt x="4371584" y="79625"/>
                  </a:lnTo>
                  <a:cubicBezTo>
                    <a:pt x="4860533" y="476670"/>
                    <a:pt x="5063885" y="1132812"/>
                    <a:pt x="5400299" y="1779691"/>
                  </a:cubicBezTo>
                  <a:cubicBezTo>
                    <a:pt x="5848849" y="2642194"/>
                    <a:pt x="6244956" y="3497996"/>
                    <a:pt x="5961759" y="4554903"/>
                  </a:cubicBezTo>
                  <a:cubicBezTo>
                    <a:pt x="5691575" y="5563242"/>
                    <a:pt x="5092427" y="6238887"/>
                    <a:pt x="4326541" y="6729688"/>
                  </a:cubicBezTo>
                  <a:lnTo>
                    <a:pt x="4109121" y="6858000"/>
                  </a:lnTo>
                  <a:lnTo>
                    <a:pt x="1145358" y="6858000"/>
                  </a:lnTo>
                  <a:lnTo>
                    <a:pt x="1143587" y="6856705"/>
                  </a:lnTo>
                  <a:cubicBezTo>
                    <a:pt x="699546" y="6541440"/>
                    <a:pt x="399287" y="6392433"/>
                    <a:pt x="162579" y="6240990"/>
                  </a:cubicBezTo>
                  <a:lnTo>
                    <a:pt x="0" y="6125553"/>
                  </a:lnTo>
                  <a:lnTo>
                    <a:pt x="0" y="4670879"/>
                  </a:lnTo>
                  <a:lnTo>
                    <a:pt x="38388" y="4778792"/>
                  </a:lnTo>
                  <a:cubicBezTo>
                    <a:pt x="72793" y="4862402"/>
                    <a:pt x="111802" y="4945953"/>
                    <a:pt x="155449" y="5029879"/>
                  </a:cubicBezTo>
                  <a:cubicBezTo>
                    <a:pt x="273464" y="5256810"/>
                    <a:pt x="351295" y="5344113"/>
                    <a:pt x="411802" y="5399531"/>
                  </a:cubicBezTo>
                  <a:cubicBezTo>
                    <a:pt x="500065" y="5480405"/>
                    <a:pt x="628514" y="5555615"/>
                    <a:pt x="806388" y="5659633"/>
                  </a:cubicBezTo>
                  <a:cubicBezTo>
                    <a:pt x="1044358" y="5798926"/>
                    <a:pt x="1370396" y="5989780"/>
                    <a:pt x="1801512" y="6314010"/>
                  </a:cubicBezTo>
                  <a:cubicBezTo>
                    <a:pt x="2037213" y="6491324"/>
                    <a:pt x="2315885" y="6561958"/>
                    <a:pt x="2653483" y="6529898"/>
                  </a:cubicBezTo>
                  <a:cubicBezTo>
                    <a:pt x="2962383" y="6500529"/>
                    <a:pt x="3312661" y="6383221"/>
                    <a:pt x="3666486" y="6190615"/>
                  </a:cubicBezTo>
                  <a:cubicBezTo>
                    <a:pt x="4083218" y="5963697"/>
                    <a:pt x="4407642" y="5714350"/>
                    <a:pt x="4658657" y="5428179"/>
                  </a:cubicBezTo>
                  <a:cubicBezTo>
                    <a:pt x="4927319" y="5121947"/>
                    <a:pt x="5111907" y="4771422"/>
                    <a:pt x="5222967" y="4356944"/>
                  </a:cubicBezTo>
                  <a:cubicBezTo>
                    <a:pt x="5418167" y="3628447"/>
                    <a:pt x="5139747" y="3007703"/>
                    <a:pt x="4724795" y="2210416"/>
                  </a:cubicBezTo>
                  <a:cubicBezTo>
                    <a:pt x="4631776" y="2031551"/>
                    <a:pt x="4551122" y="1858737"/>
                    <a:pt x="4473185" y="1691554"/>
                  </a:cubicBezTo>
                  <a:cubicBezTo>
                    <a:pt x="4326842" y="1377756"/>
                    <a:pt x="4200559" y="1106810"/>
                    <a:pt x="4046677" y="911781"/>
                  </a:cubicBezTo>
                  <a:cubicBezTo>
                    <a:pt x="3910561" y="739097"/>
                    <a:pt x="3763658" y="641647"/>
                    <a:pt x="3555564" y="585888"/>
                  </a:cubicBezTo>
                  <a:cubicBezTo>
                    <a:pt x="3178534" y="484863"/>
                    <a:pt x="2791842" y="468166"/>
                    <a:pt x="2405914" y="536282"/>
                  </a:cubicBezTo>
                  <a:cubicBezTo>
                    <a:pt x="2032757" y="602054"/>
                    <a:pt x="1676044" y="743871"/>
                    <a:pt x="1345719" y="957619"/>
                  </a:cubicBezTo>
                  <a:cubicBezTo>
                    <a:pt x="762775" y="1334788"/>
                    <a:pt x="318714" y="1900690"/>
                    <a:pt x="73341" y="2571698"/>
                  </a:cubicBezTo>
                  <a:lnTo>
                    <a:pt x="0" y="2803810"/>
                  </a:lnTo>
                  <a:lnTo>
                    <a:pt x="0" y="1147591"/>
                  </a:lnTo>
                  <a:lnTo>
                    <a:pt x="142706" y="968763"/>
                  </a:lnTo>
                  <a:cubicBezTo>
                    <a:pt x="388539" y="688063"/>
                    <a:pt x="668237" y="446316"/>
                    <a:pt x="971831" y="249890"/>
                  </a:cubicBezTo>
                  <a:cubicBezTo>
                    <a:pt x="1074829" y="183240"/>
                    <a:pt x="1180574" y="121805"/>
                    <a:pt x="1288677" y="6583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35AC662-4000-411A-9E33-6A4B6C0FCB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91008" cy="6858000"/>
            </a:xfrm>
            <a:custGeom>
              <a:avLst/>
              <a:gdLst>
                <a:gd name="connsiteX0" fmla="*/ 0 w 6091008"/>
                <a:gd name="connsiteY0" fmla="*/ 5476844 h 6858000"/>
                <a:gd name="connsiteX1" fmla="*/ 15220 w 6091008"/>
                <a:gd name="connsiteY1" fmla="*/ 5501668 h 6858000"/>
                <a:gd name="connsiteX2" fmla="*/ 198940 w 6091008"/>
                <a:gd name="connsiteY2" fmla="*/ 5717964 h 6858000"/>
                <a:gd name="connsiteX3" fmla="*/ 251499 w 6091008"/>
                <a:gd name="connsiteY3" fmla="*/ 5763842 h 6858000"/>
                <a:gd name="connsiteX4" fmla="*/ 308460 w 6091008"/>
                <a:gd name="connsiteY4" fmla="*/ 5806337 h 6858000"/>
                <a:gd name="connsiteX5" fmla="*/ 368305 w 6091008"/>
                <a:gd name="connsiteY5" fmla="*/ 5847248 h 6858000"/>
                <a:gd name="connsiteX6" fmla="*/ 430451 w 6091008"/>
                <a:gd name="connsiteY6" fmla="*/ 5887305 h 6858000"/>
                <a:gd name="connsiteX7" fmla="*/ 975811 w 6091008"/>
                <a:gd name="connsiteY7" fmla="*/ 6205653 h 6858000"/>
                <a:gd name="connsiteX8" fmla="*/ 1510250 w 6091008"/>
                <a:gd name="connsiteY8" fmla="*/ 6575390 h 6858000"/>
                <a:gd name="connsiteX9" fmla="*/ 2002437 w 6091008"/>
                <a:gd name="connsiteY9" fmla="*/ 6825029 h 6858000"/>
                <a:gd name="connsiteX10" fmla="*/ 2137670 w 6091008"/>
                <a:gd name="connsiteY10" fmla="*/ 6856874 h 6858000"/>
                <a:gd name="connsiteX11" fmla="*/ 2145778 w 6091008"/>
                <a:gd name="connsiteY11" fmla="*/ 6858000 h 6858000"/>
                <a:gd name="connsiteX12" fmla="*/ 1098858 w 6091008"/>
                <a:gd name="connsiteY12" fmla="*/ 6858000 h 6858000"/>
                <a:gd name="connsiteX13" fmla="*/ 1004166 w 6091008"/>
                <a:gd name="connsiteY13" fmla="*/ 6786858 h 6858000"/>
                <a:gd name="connsiteX14" fmla="*/ 751974 w 6091008"/>
                <a:gd name="connsiteY14" fmla="*/ 6608169 h 6858000"/>
                <a:gd name="connsiteX15" fmla="*/ 623305 w 6091008"/>
                <a:gd name="connsiteY15" fmla="*/ 6522172 h 6858000"/>
                <a:gd name="connsiteX16" fmla="*/ 492346 w 6091008"/>
                <a:gd name="connsiteY16" fmla="*/ 6437477 h 6858000"/>
                <a:gd name="connsiteX17" fmla="*/ 358536 w 6091008"/>
                <a:gd name="connsiteY17" fmla="*/ 6352312 h 6858000"/>
                <a:gd name="connsiteX18" fmla="*/ 290710 w 6091008"/>
                <a:gd name="connsiteY18" fmla="*/ 6308820 h 6858000"/>
                <a:gd name="connsiteX19" fmla="*/ 221792 w 6091008"/>
                <a:gd name="connsiteY19" fmla="*/ 6263122 h 6858000"/>
                <a:gd name="connsiteX20" fmla="*/ 152460 w 6091008"/>
                <a:gd name="connsiteY20" fmla="*/ 6215106 h 6858000"/>
                <a:gd name="connsiteX21" fmla="*/ 83055 w 6091008"/>
                <a:gd name="connsiteY21" fmla="*/ 6163978 h 6858000"/>
                <a:gd name="connsiteX22" fmla="*/ 14161 w 6091008"/>
                <a:gd name="connsiteY22" fmla="*/ 6109014 h 6858000"/>
                <a:gd name="connsiteX23" fmla="*/ 0 w 6091008"/>
                <a:gd name="connsiteY23" fmla="*/ 6096195 h 6858000"/>
                <a:gd name="connsiteX24" fmla="*/ 3707444 w 6091008"/>
                <a:gd name="connsiteY24" fmla="*/ 0 h 6858000"/>
                <a:gd name="connsiteX25" fmla="*/ 4265528 w 6091008"/>
                <a:gd name="connsiteY25" fmla="*/ 0 h 6858000"/>
                <a:gd name="connsiteX26" fmla="*/ 4291472 w 6091008"/>
                <a:gd name="connsiteY26" fmla="*/ 15596 h 6858000"/>
                <a:gd name="connsiteX27" fmla="*/ 4431124 w 6091008"/>
                <a:gd name="connsiteY27" fmla="*/ 119052 h 6858000"/>
                <a:gd name="connsiteX28" fmla="*/ 4899570 w 6091008"/>
                <a:gd name="connsiteY28" fmla="*/ 643769 h 6858000"/>
                <a:gd name="connsiteX29" fmla="*/ 5247925 w 6091008"/>
                <a:gd name="connsiteY29" fmla="*/ 1232134 h 6858000"/>
                <a:gd name="connsiteX30" fmla="*/ 5401234 w 6091008"/>
                <a:gd name="connsiteY30" fmla="*/ 1518442 h 6858000"/>
                <a:gd name="connsiteX31" fmla="*/ 5480921 w 6091008"/>
                <a:gd name="connsiteY31" fmla="*/ 1662114 h 6858000"/>
                <a:gd name="connsiteX32" fmla="*/ 5561804 w 6091008"/>
                <a:gd name="connsiteY32" fmla="*/ 1812436 h 6858000"/>
                <a:gd name="connsiteX33" fmla="*/ 5855037 w 6091008"/>
                <a:gd name="connsiteY33" fmla="*/ 2457716 h 6858000"/>
                <a:gd name="connsiteX34" fmla="*/ 6052254 w 6091008"/>
                <a:gd name="connsiteY34" fmla="*/ 3193699 h 6858000"/>
                <a:gd name="connsiteX35" fmla="*/ 6073151 w 6091008"/>
                <a:gd name="connsiteY35" fmla="*/ 4004612 h 6858000"/>
                <a:gd name="connsiteX36" fmla="*/ 6067309 w 6091008"/>
                <a:gd name="connsiteY36" fmla="*/ 4055890 h 6858000"/>
                <a:gd name="connsiteX37" fmla="*/ 6059979 w 6091008"/>
                <a:gd name="connsiteY37" fmla="*/ 4106917 h 6858000"/>
                <a:gd name="connsiteX38" fmla="*/ 6052371 w 6091008"/>
                <a:gd name="connsiteY38" fmla="*/ 4158016 h 6858000"/>
                <a:gd name="connsiteX39" fmla="*/ 6043434 w 6091008"/>
                <a:gd name="connsiteY39" fmla="*/ 4208759 h 6858000"/>
                <a:gd name="connsiteX40" fmla="*/ 6023229 w 6091008"/>
                <a:gd name="connsiteY40" fmla="*/ 4309769 h 6858000"/>
                <a:gd name="connsiteX41" fmla="*/ 5999922 w 6091008"/>
                <a:gd name="connsiteY41" fmla="*/ 4409799 h 6858000"/>
                <a:gd name="connsiteX42" fmla="*/ 5987157 w 6091008"/>
                <a:gd name="connsiteY42" fmla="*/ 4459369 h 6858000"/>
                <a:gd name="connsiteX43" fmla="*/ 5973731 w 6091008"/>
                <a:gd name="connsiteY43" fmla="*/ 4508027 h 6858000"/>
                <a:gd name="connsiteX44" fmla="*/ 5944653 w 6091008"/>
                <a:gd name="connsiteY44" fmla="*/ 4602538 h 6858000"/>
                <a:gd name="connsiteX45" fmla="*/ 5915334 w 6091008"/>
                <a:gd name="connsiteY45" fmla="*/ 4696982 h 6858000"/>
                <a:gd name="connsiteX46" fmla="*/ 5881786 w 6091008"/>
                <a:gd name="connsiteY46" fmla="*/ 4790295 h 6858000"/>
                <a:gd name="connsiteX47" fmla="*/ 5539609 w 6091008"/>
                <a:gd name="connsiteY47" fmla="*/ 5504511 h 6858000"/>
                <a:gd name="connsiteX48" fmla="*/ 5432400 w 6091008"/>
                <a:gd name="connsiteY48" fmla="*/ 5669348 h 6858000"/>
                <a:gd name="connsiteX49" fmla="*/ 5404330 w 6091008"/>
                <a:gd name="connsiteY49" fmla="*/ 5709372 h 6858000"/>
                <a:gd name="connsiteX50" fmla="*/ 5375525 w 6091008"/>
                <a:gd name="connsiteY50" fmla="*/ 5748757 h 6858000"/>
                <a:gd name="connsiteX51" fmla="*/ 5317831 w 6091008"/>
                <a:gd name="connsiteY51" fmla="*/ 5827355 h 6858000"/>
                <a:gd name="connsiteX52" fmla="*/ 5288208 w 6091008"/>
                <a:gd name="connsiteY52" fmla="*/ 5865932 h 6858000"/>
                <a:gd name="connsiteX53" fmla="*/ 5273251 w 6091008"/>
                <a:gd name="connsiteY53" fmla="*/ 5885035 h 6858000"/>
                <a:gd name="connsiteX54" fmla="*/ 5256656 w 6091008"/>
                <a:gd name="connsiteY54" fmla="*/ 5902520 h 6858000"/>
                <a:gd name="connsiteX55" fmla="*/ 5189858 w 6091008"/>
                <a:gd name="connsiteY55" fmla="*/ 5971616 h 6858000"/>
                <a:gd name="connsiteX56" fmla="*/ 5156287 w 6091008"/>
                <a:gd name="connsiteY56" fmla="*/ 6005600 h 6858000"/>
                <a:gd name="connsiteX57" fmla="*/ 5121598 w 6091008"/>
                <a:gd name="connsiteY57" fmla="*/ 6037962 h 6858000"/>
                <a:gd name="connsiteX58" fmla="*/ 5051798 w 6091008"/>
                <a:gd name="connsiteY58" fmla="*/ 6101838 h 6858000"/>
                <a:gd name="connsiteX59" fmla="*/ 4463594 w 6091008"/>
                <a:gd name="connsiteY59" fmla="*/ 6532280 h 6858000"/>
                <a:gd name="connsiteX60" fmla="*/ 4388637 w 6091008"/>
                <a:gd name="connsiteY60" fmla="*/ 6579169 h 6858000"/>
                <a:gd name="connsiteX61" fmla="*/ 4312856 w 6091008"/>
                <a:gd name="connsiteY61" fmla="*/ 6623337 h 6858000"/>
                <a:gd name="connsiteX62" fmla="*/ 4237558 w 6091008"/>
                <a:gd name="connsiteY62" fmla="*/ 6667632 h 6858000"/>
                <a:gd name="connsiteX63" fmla="*/ 4161774 w 6091008"/>
                <a:gd name="connsiteY63" fmla="*/ 6709883 h 6858000"/>
                <a:gd name="connsiteX64" fmla="*/ 4010448 w 6091008"/>
                <a:gd name="connsiteY64" fmla="*/ 6792981 h 6858000"/>
                <a:gd name="connsiteX65" fmla="*/ 3935163 w 6091008"/>
                <a:gd name="connsiteY65" fmla="*/ 6834338 h 6858000"/>
                <a:gd name="connsiteX66" fmla="*/ 3892887 w 6091008"/>
                <a:gd name="connsiteY66" fmla="*/ 6858000 h 6858000"/>
                <a:gd name="connsiteX67" fmla="*/ 2743942 w 6091008"/>
                <a:gd name="connsiteY67" fmla="*/ 6858000 h 6858000"/>
                <a:gd name="connsiteX68" fmla="*/ 2852577 w 6091008"/>
                <a:gd name="connsiteY68" fmla="*/ 6838910 h 6858000"/>
                <a:gd name="connsiteX69" fmla="*/ 3143255 w 6091008"/>
                <a:gd name="connsiteY69" fmla="*/ 6759775 h 6858000"/>
                <a:gd name="connsiteX70" fmla="*/ 3430899 w 6091008"/>
                <a:gd name="connsiteY70" fmla="*/ 6650056 h 6858000"/>
                <a:gd name="connsiteX71" fmla="*/ 3713289 w 6091008"/>
                <a:gd name="connsiteY71" fmla="*/ 6514054 h 6858000"/>
                <a:gd name="connsiteX72" fmla="*/ 3981228 w 6091008"/>
                <a:gd name="connsiteY72" fmla="*/ 6334878 h 6858000"/>
                <a:gd name="connsiteX73" fmla="*/ 4107885 w 6091008"/>
                <a:gd name="connsiteY73" fmla="*/ 6233689 h 6858000"/>
                <a:gd name="connsiteX74" fmla="*/ 4169795 w 6091008"/>
                <a:gd name="connsiteY74" fmla="*/ 6181389 h 6858000"/>
                <a:gd name="connsiteX75" fmla="*/ 4229189 w 6091008"/>
                <a:gd name="connsiteY75" fmla="*/ 6125914 h 6858000"/>
                <a:gd name="connsiteX76" fmla="*/ 4652064 w 6091008"/>
                <a:gd name="connsiteY76" fmla="*/ 5641457 h 6858000"/>
                <a:gd name="connsiteX77" fmla="*/ 4697555 w 6091008"/>
                <a:gd name="connsiteY77" fmla="*/ 5576516 h 6858000"/>
                <a:gd name="connsiteX78" fmla="*/ 4720492 w 6091008"/>
                <a:gd name="connsiteY78" fmla="*/ 5544537 h 6858000"/>
                <a:gd name="connsiteX79" fmla="*/ 4741922 w 6091008"/>
                <a:gd name="connsiteY79" fmla="*/ 5511420 h 6858000"/>
                <a:gd name="connsiteX80" fmla="*/ 4784179 w 6091008"/>
                <a:gd name="connsiteY80" fmla="*/ 5445022 h 6858000"/>
                <a:gd name="connsiteX81" fmla="*/ 4794796 w 6091008"/>
                <a:gd name="connsiteY81" fmla="*/ 5428584 h 6858000"/>
                <a:gd name="connsiteX82" fmla="*/ 4807173 w 6091008"/>
                <a:gd name="connsiteY82" fmla="*/ 5413795 h 6858000"/>
                <a:gd name="connsiteX83" fmla="*/ 4830010 w 6091008"/>
                <a:gd name="connsiteY83" fmla="*/ 5382674 h 6858000"/>
                <a:gd name="connsiteX84" fmla="*/ 4874298 w 6091008"/>
                <a:gd name="connsiteY84" fmla="*/ 5319323 h 6858000"/>
                <a:gd name="connsiteX85" fmla="*/ 4896484 w 6091008"/>
                <a:gd name="connsiteY85" fmla="*/ 5287734 h 6858000"/>
                <a:gd name="connsiteX86" fmla="*/ 4918019 w 6091008"/>
                <a:gd name="connsiteY86" fmla="*/ 5255673 h 6858000"/>
                <a:gd name="connsiteX87" fmla="*/ 4999238 w 6091008"/>
                <a:gd name="connsiteY87" fmla="*/ 5124058 h 6858000"/>
                <a:gd name="connsiteX88" fmla="*/ 5251271 w 6091008"/>
                <a:gd name="connsiteY88" fmla="*/ 4554965 h 6858000"/>
                <a:gd name="connsiteX89" fmla="*/ 5276136 w 6091008"/>
                <a:gd name="connsiteY89" fmla="*/ 4480521 h 6858000"/>
                <a:gd name="connsiteX90" fmla="*/ 5297442 w 6091008"/>
                <a:gd name="connsiteY90" fmla="*/ 4404389 h 6858000"/>
                <a:gd name="connsiteX91" fmla="*/ 5318953 w 6091008"/>
                <a:gd name="connsiteY91" fmla="*/ 4328458 h 6858000"/>
                <a:gd name="connsiteX92" fmla="*/ 5328684 w 6091008"/>
                <a:gd name="connsiteY92" fmla="*/ 4291175 h 6858000"/>
                <a:gd name="connsiteX93" fmla="*/ 5337470 w 6091008"/>
                <a:gd name="connsiteY93" fmla="*/ 4254522 h 6858000"/>
                <a:gd name="connsiteX94" fmla="*/ 5353277 w 6091008"/>
                <a:gd name="connsiteY94" fmla="*/ 4181038 h 6858000"/>
                <a:gd name="connsiteX95" fmla="*/ 5366762 w 6091008"/>
                <a:gd name="connsiteY95" fmla="*/ 4107520 h 6858000"/>
                <a:gd name="connsiteX96" fmla="*/ 5373105 w 6091008"/>
                <a:gd name="connsiteY96" fmla="*/ 4070802 h 6858000"/>
                <a:gd name="connsiteX97" fmla="*/ 5378288 w 6091008"/>
                <a:gd name="connsiteY97" fmla="*/ 4034066 h 6858000"/>
                <a:gd name="connsiteX98" fmla="*/ 5383471 w 6091008"/>
                <a:gd name="connsiteY98" fmla="*/ 3997331 h 6858000"/>
                <a:gd name="connsiteX99" fmla="*/ 5387373 w 6091008"/>
                <a:gd name="connsiteY99" fmla="*/ 3960547 h 6858000"/>
                <a:gd name="connsiteX100" fmla="*/ 5375699 w 6091008"/>
                <a:gd name="connsiteY100" fmla="*/ 3369810 h 6858000"/>
                <a:gd name="connsiteX101" fmla="*/ 5225695 w 6091008"/>
                <a:gd name="connsiteY101" fmla="*/ 2777923 h 6858000"/>
                <a:gd name="connsiteX102" fmla="*/ 4989893 w 6091008"/>
                <a:gd name="connsiteY102" fmla="*/ 2181595 h 6858000"/>
                <a:gd name="connsiteX103" fmla="*/ 4856777 w 6091008"/>
                <a:gd name="connsiteY103" fmla="*/ 1872581 h 6858000"/>
                <a:gd name="connsiteX104" fmla="*/ 4729367 w 6091008"/>
                <a:gd name="connsiteY104" fmla="*/ 1547581 h 6858000"/>
                <a:gd name="connsiteX105" fmla="*/ 4510575 w 6091008"/>
                <a:gd name="connsiteY105" fmla="*/ 917244 h 6858000"/>
                <a:gd name="connsiteX106" fmla="*/ 4387446 w 6091008"/>
                <a:gd name="connsiteY106" fmla="*/ 626512 h 6858000"/>
                <a:gd name="connsiteX107" fmla="*/ 4227716 w 6091008"/>
                <a:gd name="connsiteY107" fmla="*/ 368510 h 6858000"/>
                <a:gd name="connsiteX108" fmla="*/ 4017774 w 6091008"/>
                <a:gd name="connsiteY108" fmla="*/ 161674 h 6858000"/>
                <a:gd name="connsiteX109" fmla="*/ 3761542 w 6091008"/>
                <a:gd name="connsiteY109" fmla="*/ 19860 h 6858000"/>
                <a:gd name="connsiteX110" fmla="*/ 3727185 w 6091008"/>
                <a:gd name="connsiteY110" fmla="*/ 6533 h 6858000"/>
                <a:gd name="connsiteX111" fmla="*/ 1325680 w 6091008"/>
                <a:gd name="connsiteY111" fmla="*/ 0 h 6858000"/>
                <a:gd name="connsiteX112" fmla="*/ 2347354 w 6091008"/>
                <a:gd name="connsiteY112" fmla="*/ 0 h 6858000"/>
                <a:gd name="connsiteX113" fmla="*/ 2262734 w 6091008"/>
                <a:gd name="connsiteY113" fmla="*/ 20581 h 6858000"/>
                <a:gd name="connsiteX114" fmla="*/ 1969830 w 6091008"/>
                <a:gd name="connsiteY114" fmla="*/ 118108 h 6858000"/>
                <a:gd name="connsiteX115" fmla="*/ 1897367 w 6091008"/>
                <a:gd name="connsiteY115" fmla="*/ 145059 h 6858000"/>
                <a:gd name="connsiteX116" fmla="*/ 1825860 w 6091008"/>
                <a:gd name="connsiteY116" fmla="*/ 175210 h 6858000"/>
                <a:gd name="connsiteX117" fmla="*/ 1754258 w 6091008"/>
                <a:gd name="connsiteY117" fmla="*/ 204746 h 6858000"/>
                <a:gd name="connsiteX118" fmla="*/ 1683442 w 6091008"/>
                <a:gd name="connsiteY118" fmla="*/ 237143 h 6858000"/>
                <a:gd name="connsiteX119" fmla="*/ 1612330 w 6091008"/>
                <a:gd name="connsiteY119" fmla="*/ 268724 h 6858000"/>
                <a:gd name="connsiteX120" fmla="*/ 1542244 w 6091008"/>
                <a:gd name="connsiteY120" fmla="*/ 303229 h 6858000"/>
                <a:gd name="connsiteX121" fmla="*/ 1471990 w 6091008"/>
                <a:gd name="connsiteY121" fmla="*/ 337395 h 6858000"/>
                <a:gd name="connsiteX122" fmla="*/ 1402813 w 6091008"/>
                <a:gd name="connsiteY122" fmla="*/ 374794 h 6858000"/>
                <a:gd name="connsiteX123" fmla="*/ 1333886 w 6091008"/>
                <a:gd name="connsiteY123" fmla="*/ 412702 h 6858000"/>
                <a:gd name="connsiteX124" fmla="*/ 1266278 w 6091008"/>
                <a:gd name="connsiteY124" fmla="*/ 453907 h 6858000"/>
                <a:gd name="connsiteX125" fmla="*/ 1199136 w 6091008"/>
                <a:gd name="connsiteY125" fmla="*/ 496266 h 6858000"/>
                <a:gd name="connsiteX126" fmla="*/ 1182302 w 6091008"/>
                <a:gd name="connsiteY126" fmla="*/ 506917 h 6858000"/>
                <a:gd name="connsiteX127" fmla="*/ 1166009 w 6091008"/>
                <a:gd name="connsiteY127" fmla="*/ 518449 h 6858000"/>
                <a:gd name="connsiteX128" fmla="*/ 1133302 w 6091008"/>
                <a:gd name="connsiteY128" fmla="*/ 541479 h 6858000"/>
                <a:gd name="connsiteX129" fmla="*/ 1067923 w 6091008"/>
                <a:gd name="connsiteY129" fmla="*/ 587403 h 6858000"/>
                <a:gd name="connsiteX130" fmla="*/ 1051509 w 6091008"/>
                <a:gd name="connsiteY130" fmla="*/ 598902 h 6858000"/>
                <a:gd name="connsiteX131" fmla="*/ 1035673 w 6091008"/>
                <a:gd name="connsiteY131" fmla="*/ 611145 h 6858000"/>
                <a:gd name="connsiteX132" fmla="*/ 1003878 w 6091008"/>
                <a:gd name="connsiteY132" fmla="*/ 635598 h 6858000"/>
                <a:gd name="connsiteX133" fmla="*/ 877673 w 6091008"/>
                <a:gd name="connsiteY133" fmla="*/ 735582 h 6858000"/>
                <a:gd name="connsiteX134" fmla="*/ 417533 w 6091008"/>
                <a:gd name="connsiteY134" fmla="*/ 1198720 h 6858000"/>
                <a:gd name="connsiteX135" fmla="*/ 54935 w 6091008"/>
                <a:gd name="connsiteY135" fmla="*/ 1756293 h 6858000"/>
                <a:gd name="connsiteX136" fmla="*/ 17844 w 6091008"/>
                <a:gd name="connsiteY136" fmla="*/ 1831433 h 6858000"/>
                <a:gd name="connsiteX137" fmla="*/ 0 w 6091008"/>
                <a:gd name="connsiteY137" fmla="*/ 1869131 h 6858000"/>
                <a:gd name="connsiteX138" fmla="*/ 0 w 6091008"/>
                <a:gd name="connsiteY138" fmla="*/ 1198550 h 6858000"/>
                <a:gd name="connsiteX139" fmla="*/ 185957 w 6091008"/>
                <a:gd name="connsiteY139" fmla="*/ 961506 h 6858000"/>
                <a:gd name="connsiteX140" fmla="*/ 689746 w 6091008"/>
                <a:gd name="connsiteY140" fmla="*/ 447064 h 6858000"/>
                <a:gd name="connsiteX141" fmla="*/ 827126 w 6091008"/>
                <a:gd name="connsiteY141" fmla="*/ 333881 h 6858000"/>
                <a:gd name="connsiteX142" fmla="*/ 968997 w 6091008"/>
                <a:gd name="connsiteY142" fmla="*/ 228085 h 6858000"/>
                <a:gd name="connsiteX143" fmla="*/ 1004883 w 6091008"/>
                <a:gd name="connsiteY143" fmla="*/ 202373 h 6858000"/>
                <a:gd name="connsiteX144" fmla="*/ 1022826 w 6091008"/>
                <a:gd name="connsiteY144" fmla="*/ 189517 h 6858000"/>
                <a:gd name="connsiteX145" fmla="*/ 1041187 w 6091008"/>
                <a:gd name="connsiteY145" fmla="*/ 177509 h 6858000"/>
                <a:gd name="connsiteX146" fmla="*/ 1114760 w 6091008"/>
                <a:gd name="connsiteY146" fmla="*/ 129512 h 6858000"/>
                <a:gd name="connsiteX147" fmla="*/ 1188498 w 6091008"/>
                <a:gd name="connsiteY147" fmla="*/ 81854 h 6858000"/>
                <a:gd name="connsiteX148" fmla="*/ 1263461 w 6091008"/>
                <a:gd name="connsiteY148" fmla="*/ 3688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</a:cxnLst>
              <a:rect l="l" t="t" r="r" b="b"/>
              <a:pathLst>
                <a:path w="6091008" h="6858000">
                  <a:moveTo>
                    <a:pt x="0" y="5476844"/>
                  </a:moveTo>
                  <a:lnTo>
                    <a:pt x="15220" y="5501668"/>
                  </a:lnTo>
                  <a:cubicBezTo>
                    <a:pt x="69097" y="5585141"/>
                    <a:pt x="130925" y="5654403"/>
                    <a:pt x="198940" y="5717964"/>
                  </a:cubicBezTo>
                  <a:lnTo>
                    <a:pt x="251499" y="5763842"/>
                  </a:lnTo>
                  <a:lnTo>
                    <a:pt x="308460" y="5806337"/>
                  </a:lnTo>
                  <a:cubicBezTo>
                    <a:pt x="326685" y="5820934"/>
                    <a:pt x="348384" y="5833667"/>
                    <a:pt x="368305" y="5847248"/>
                  </a:cubicBezTo>
                  <a:cubicBezTo>
                    <a:pt x="388782" y="5860683"/>
                    <a:pt x="408424" y="5874336"/>
                    <a:pt x="430451" y="5887305"/>
                  </a:cubicBezTo>
                  <a:cubicBezTo>
                    <a:pt x="601703" y="5991186"/>
                    <a:pt x="792871" y="6091279"/>
                    <a:pt x="975811" y="6205653"/>
                  </a:cubicBezTo>
                  <a:cubicBezTo>
                    <a:pt x="1159565" y="6318920"/>
                    <a:pt x="1337666" y="6443625"/>
                    <a:pt x="1510250" y="6575390"/>
                  </a:cubicBezTo>
                  <a:cubicBezTo>
                    <a:pt x="1658997" y="6690317"/>
                    <a:pt x="1824862" y="6774210"/>
                    <a:pt x="2002437" y="6825029"/>
                  </a:cubicBezTo>
                  <a:cubicBezTo>
                    <a:pt x="2046812" y="6837803"/>
                    <a:pt x="2091936" y="6848385"/>
                    <a:pt x="2137670" y="6856874"/>
                  </a:cubicBezTo>
                  <a:lnTo>
                    <a:pt x="2145778" y="6858000"/>
                  </a:lnTo>
                  <a:lnTo>
                    <a:pt x="1098858" y="6858000"/>
                  </a:lnTo>
                  <a:lnTo>
                    <a:pt x="1004166" y="6786858"/>
                  </a:lnTo>
                  <a:cubicBezTo>
                    <a:pt x="920997" y="6725805"/>
                    <a:pt x="837118" y="6666016"/>
                    <a:pt x="751974" y="6608169"/>
                  </a:cubicBezTo>
                  <a:lnTo>
                    <a:pt x="623305" y="6522172"/>
                  </a:lnTo>
                  <a:lnTo>
                    <a:pt x="492346" y="6437477"/>
                  </a:lnTo>
                  <a:lnTo>
                    <a:pt x="358536" y="6352312"/>
                  </a:lnTo>
                  <a:lnTo>
                    <a:pt x="290710" y="6308820"/>
                  </a:lnTo>
                  <a:lnTo>
                    <a:pt x="221792" y="6263122"/>
                  </a:lnTo>
                  <a:cubicBezTo>
                    <a:pt x="198889" y="6248595"/>
                    <a:pt x="175526" y="6231442"/>
                    <a:pt x="152460" y="6215106"/>
                  </a:cubicBezTo>
                  <a:cubicBezTo>
                    <a:pt x="129301" y="6198154"/>
                    <a:pt x="105988" y="6183223"/>
                    <a:pt x="83055" y="6163978"/>
                  </a:cubicBezTo>
                  <a:lnTo>
                    <a:pt x="14161" y="6109014"/>
                  </a:lnTo>
                  <a:lnTo>
                    <a:pt x="0" y="6096195"/>
                  </a:lnTo>
                  <a:close/>
                  <a:moveTo>
                    <a:pt x="3707444" y="0"/>
                  </a:moveTo>
                  <a:lnTo>
                    <a:pt x="4265528" y="0"/>
                  </a:lnTo>
                  <a:lnTo>
                    <a:pt x="4291472" y="15596"/>
                  </a:lnTo>
                  <a:cubicBezTo>
                    <a:pt x="4339292" y="47637"/>
                    <a:pt x="4385917" y="82210"/>
                    <a:pt x="4431124" y="119052"/>
                  </a:cubicBezTo>
                  <a:cubicBezTo>
                    <a:pt x="4612085" y="266897"/>
                    <a:pt x="4766658" y="451392"/>
                    <a:pt x="4899570" y="643769"/>
                  </a:cubicBezTo>
                  <a:cubicBezTo>
                    <a:pt x="5032421" y="836866"/>
                    <a:pt x="5144168" y="1037706"/>
                    <a:pt x="5247925" y="1232134"/>
                  </a:cubicBezTo>
                  <a:cubicBezTo>
                    <a:pt x="5299886" y="1329516"/>
                    <a:pt x="5349860" y="1425631"/>
                    <a:pt x="5401234" y="1518442"/>
                  </a:cubicBezTo>
                  <a:lnTo>
                    <a:pt x="5480921" y="1662114"/>
                  </a:lnTo>
                  <a:cubicBezTo>
                    <a:pt x="5508162" y="1711659"/>
                    <a:pt x="5535098" y="1761858"/>
                    <a:pt x="5561804" y="1812436"/>
                  </a:cubicBezTo>
                  <a:cubicBezTo>
                    <a:pt x="5668394" y="2015131"/>
                    <a:pt x="5769309" y="2228374"/>
                    <a:pt x="5855037" y="2457716"/>
                  </a:cubicBezTo>
                  <a:cubicBezTo>
                    <a:pt x="5940757" y="2686612"/>
                    <a:pt x="6011031" y="2932566"/>
                    <a:pt x="6052254" y="3193699"/>
                  </a:cubicBezTo>
                  <a:cubicBezTo>
                    <a:pt x="6093625" y="3454283"/>
                    <a:pt x="6103924" y="3730828"/>
                    <a:pt x="6073151" y="4004612"/>
                  </a:cubicBezTo>
                  <a:lnTo>
                    <a:pt x="6067309" y="4055890"/>
                  </a:lnTo>
                  <a:cubicBezTo>
                    <a:pt x="6065066" y="4072953"/>
                    <a:pt x="6062462" y="4089919"/>
                    <a:pt x="6059979" y="4106917"/>
                  </a:cubicBezTo>
                  <a:lnTo>
                    <a:pt x="6052371" y="4158016"/>
                  </a:lnTo>
                  <a:cubicBezTo>
                    <a:pt x="6049766" y="4174982"/>
                    <a:pt x="6046401" y="4191890"/>
                    <a:pt x="6043434" y="4208759"/>
                  </a:cubicBezTo>
                  <a:cubicBezTo>
                    <a:pt x="6037102" y="4242536"/>
                    <a:pt x="6031011" y="4276380"/>
                    <a:pt x="6023229" y="4309769"/>
                  </a:cubicBezTo>
                  <a:cubicBezTo>
                    <a:pt x="6015690" y="4343223"/>
                    <a:pt x="6008874" y="4376870"/>
                    <a:pt x="5999922" y="4409799"/>
                  </a:cubicBezTo>
                  <a:lnTo>
                    <a:pt x="5987157" y="4459369"/>
                  </a:lnTo>
                  <a:cubicBezTo>
                    <a:pt x="5982945" y="4476053"/>
                    <a:pt x="5978687" y="4492427"/>
                    <a:pt x="5973731" y="4508027"/>
                  </a:cubicBezTo>
                  <a:lnTo>
                    <a:pt x="5944653" y="4602538"/>
                  </a:lnTo>
                  <a:lnTo>
                    <a:pt x="5915334" y="4696982"/>
                  </a:lnTo>
                  <a:cubicBezTo>
                    <a:pt x="5905346" y="4728457"/>
                    <a:pt x="5892944" y="4759283"/>
                    <a:pt x="5881786" y="4790295"/>
                  </a:cubicBezTo>
                  <a:cubicBezTo>
                    <a:pt x="5791737" y="5038923"/>
                    <a:pt x="5677271" y="5280123"/>
                    <a:pt x="5539609" y="5504511"/>
                  </a:cubicBezTo>
                  <a:lnTo>
                    <a:pt x="5432400" y="5669348"/>
                  </a:lnTo>
                  <a:cubicBezTo>
                    <a:pt x="5423763" y="5683225"/>
                    <a:pt x="5413823" y="5696165"/>
                    <a:pt x="5404330" y="5709372"/>
                  </a:cubicBezTo>
                  <a:lnTo>
                    <a:pt x="5375525" y="5748757"/>
                  </a:lnTo>
                  <a:lnTo>
                    <a:pt x="5317831" y="5827355"/>
                  </a:lnTo>
                  <a:cubicBezTo>
                    <a:pt x="5308217" y="5840529"/>
                    <a:pt x="5298639" y="5853567"/>
                    <a:pt x="5288208" y="5865932"/>
                  </a:cubicBezTo>
                  <a:cubicBezTo>
                    <a:pt x="5283153" y="5872232"/>
                    <a:pt x="5278509" y="5878936"/>
                    <a:pt x="5273251" y="5885035"/>
                  </a:cubicBezTo>
                  <a:cubicBezTo>
                    <a:pt x="5267908" y="5890963"/>
                    <a:pt x="5262120" y="5896624"/>
                    <a:pt x="5256656" y="5902520"/>
                  </a:cubicBezTo>
                  <a:lnTo>
                    <a:pt x="5189858" y="5971616"/>
                  </a:lnTo>
                  <a:cubicBezTo>
                    <a:pt x="5178681" y="5982899"/>
                    <a:pt x="5167959" y="5994892"/>
                    <a:pt x="5156287" y="6005600"/>
                  </a:cubicBezTo>
                  <a:lnTo>
                    <a:pt x="5121598" y="6037962"/>
                  </a:lnTo>
                  <a:lnTo>
                    <a:pt x="5051798" y="6101838"/>
                  </a:lnTo>
                  <a:cubicBezTo>
                    <a:pt x="4864110" y="6268956"/>
                    <a:pt x="4663874" y="6407541"/>
                    <a:pt x="4463594" y="6532280"/>
                  </a:cubicBezTo>
                  <a:cubicBezTo>
                    <a:pt x="4438472" y="6547774"/>
                    <a:pt x="4413434" y="6563439"/>
                    <a:pt x="4388637" y="6579169"/>
                  </a:cubicBezTo>
                  <a:lnTo>
                    <a:pt x="4312856" y="6623337"/>
                  </a:lnTo>
                  <a:lnTo>
                    <a:pt x="4237558" y="6667632"/>
                  </a:lnTo>
                  <a:cubicBezTo>
                    <a:pt x="4212548" y="6682715"/>
                    <a:pt x="4186842" y="6695553"/>
                    <a:pt x="4161774" y="6709883"/>
                  </a:cubicBezTo>
                  <a:cubicBezTo>
                    <a:pt x="4111167" y="6737392"/>
                    <a:pt x="4061123" y="6766670"/>
                    <a:pt x="4010448" y="6792981"/>
                  </a:cubicBezTo>
                  <a:cubicBezTo>
                    <a:pt x="3985322" y="6806562"/>
                    <a:pt x="3960037" y="6820248"/>
                    <a:pt x="3935163" y="6834338"/>
                  </a:cubicBezTo>
                  <a:lnTo>
                    <a:pt x="3892887" y="6858000"/>
                  </a:lnTo>
                  <a:lnTo>
                    <a:pt x="2743942" y="6858000"/>
                  </a:lnTo>
                  <a:lnTo>
                    <a:pt x="2852577" y="6838910"/>
                  </a:lnTo>
                  <a:cubicBezTo>
                    <a:pt x="2949686" y="6818527"/>
                    <a:pt x="3046805" y="6791706"/>
                    <a:pt x="3143255" y="6759775"/>
                  </a:cubicBezTo>
                  <a:cubicBezTo>
                    <a:pt x="3239807" y="6727945"/>
                    <a:pt x="3335416" y="6689975"/>
                    <a:pt x="3430899" y="6650056"/>
                  </a:cubicBezTo>
                  <a:cubicBezTo>
                    <a:pt x="3526299" y="6609969"/>
                    <a:pt x="3621242" y="6565786"/>
                    <a:pt x="3713289" y="6514054"/>
                  </a:cubicBezTo>
                  <a:cubicBezTo>
                    <a:pt x="3805137" y="6460650"/>
                    <a:pt x="3895762" y="6401178"/>
                    <a:pt x="3981228" y="6334878"/>
                  </a:cubicBezTo>
                  <a:cubicBezTo>
                    <a:pt x="4024934" y="6303166"/>
                    <a:pt x="4066572" y="6268544"/>
                    <a:pt x="4107885" y="6233689"/>
                  </a:cubicBezTo>
                  <a:cubicBezTo>
                    <a:pt x="4128602" y="6216277"/>
                    <a:pt x="4149365" y="6199173"/>
                    <a:pt x="4169795" y="6181389"/>
                  </a:cubicBezTo>
                  <a:cubicBezTo>
                    <a:pt x="4189729" y="6163032"/>
                    <a:pt x="4209542" y="6144643"/>
                    <a:pt x="4229189" y="6125914"/>
                  </a:cubicBezTo>
                  <a:cubicBezTo>
                    <a:pt x="4387326" y="5978255"/>
                    <a:pt x="4528049" y="5812977"/>
                    <a:pt x="4652064" y="5641457"/>
                  </a:cubicBezTo>
                  <a:lnTo>
                    <a:pt x="4697555" y="5576516"/>
                  </a:lnTo>
                  <a:lnTo>
                    <a:pt x="4720492" y="5544537"/>
                  </a:lnTo>
                  <a:cubicBezTo>
                    <a:pt x="4728246" y="5533956"/>
                    <a:pt x="4734819" y="5522469"/>
                    <a:pt x="4741922" y="5511420"/>
                  </a:cubicBezTo>
                  <a:lnTo>
                    <a:pt x="4784179" y="5445022"/>
                  </a:lnTo>
                  <a:cubicBezTo>
                    <a:pt x="4787730" y="5439497"/>
                    <a:pt x="4791161" y="5433940"/>
                    <a:pt x="4794796" y="5428584"/>
                  </a:cubicBezTo>
                  <a:cubicBezTo>
                    <a:pt x="4798637" y="5423432"/>
                    <a:pt x="4803091" y="5418884"/>
                    <a:pt x="4807173" y="5413795"/>
                  </a:cubicBezTo>
                  <a:cubicBezTo>
                    <a:pt x="4815384" y="5403926"/>
                    <a:pt x="4822656" y="5393214"/>
                    <a:pt x="4830010" y="5382674"/>
                  </a:cubicBezTo>
                  <a:lnTo>
                    <a:pt x="4874298" y="5319323"/>
                  </a:lnTo>
                  <a:lnTo>
                    <a:pt x="4896484" y="5287734"/>
                  </a:lnTo>
                  <a:cubicBezTo>
                    <a:pt x="4903839" y="5277191"/>
                    <a:pt x="4911520" y="5266885"/>
                    <a:pt x="4918019" y="5255673"/>
                  </a:cubicBezTo>
                  <a:lnTo>
                    <a:pt x="4999238" y="5124058"/>
                  </a:lnTo>
                  <a:cubicBezTo>
                    <a:pt x="5102559" y="4945225"/>
                    <a:pt x="5185787" y="4753943"/>
                    <a:pt x="5251271" y="4554965"/>
                  </a:cubicBezTo>
                  <a:cubicBezTo>
                    <a:pt x="5259371" y="4530051"/>
                    <a:pt x="5268846" y="4505799"/>
                    <a:pt x="5276136" y="4480521"/>
                  </a:cubicBezTo>
                  <a:lnTo>
                    <a:pt x="5297442" y="4404389"/>
                  </a:lnTo>
                  <a:lnTo>
                    <a:pt x="5318953" y="4328458"/>
                  </a:lnTo>
                  <a:cubicBezTo>
                    <a:pt x="5322895" y="4315679"/>
                    <a:pt x="5325929" y="4303390"/>
                    <a:pt x="5328684" y="4291175"/>
                  </a:cubicBezTo>
                  <a:lnTo>
                    <a:pt x="5337470" y="4254522"/>
                  </a:lnTo>
                  <a:cubicBezTo>
                    <a:pt x="5343899" y="4230045"/>
                    <a:pt x="5348129" y="4205565"/>
                    <a:pt x="5353277" y="4181038"/>
                  </a:cubicBezTo>
                  <a:cubicBezTo>
                    <a:pt x="5358786" y="4156608"/>
                    <a:pt x="5362533" y="4132000"/>
                    <a:pt x="5366762" y="4107520"/>
                  </a:cubicBezTo>
                  <a:cubicBezTo>
                    <a:pt x="5368877" y="4095280"/>
                    <a:pt x="5371390" y="4083000"/>
                    <a:pt x="5373105" y="4070802"/>
                  </a:cubicBezTo>
                  <a:lnTo>
                    <a:pt x="5378288" y="4034066"/>
                  </a:lnTo>
                  <a:lnTo>
                    <a:pt x="5383471" y="3997331"/>
                  </a:lnTo>
                  <a:lnTo>
                    <a:pt x="5387373" y="3960547"/>
                  </a:lnTo>
                  <a:cubicBezTo>
                    <a:pt x="5408513" y="3764258"/>
                    <a:pt x="5404752" y="3567184"/>
                    <a:pt x="5375699" y="3369810"/>
                  </a:cubicBezTo>
                  <a:cubicBezTo>
                    <a:pt x="5347044" y="3172396"/>
                    <a:pt x="5293473" y="2975222"/>
                    <a:pt x="5225695" y="2777923"/>
                  </a:cubicBezTo>
                  <a:cubicBezTo>
                    <a:pt x="5157675" y="2580560"/>
                    <a:pt x="5075729" y="2382997"/>
                    <a:pt x="4989893" y="2181595"/>
                  </a:cubicBezTo>
                  <a:lnTo>
                    <a:pt x="4856777" y="1872581"/>
                  </a:lnTo>
                  <a:cubicBezTo>
                    <a:pt x="4811108" y="1763784"/>
                    <a:pt x="4768691" y="1655416"/>
                    <a:pt x="4729367" y="1547581"/>
                  </a:cubicBezTo>
                  <a:cubicBezTo>
                    <a:pt x="4650320" y="1331954"/>
                    <a:pt x="4585048" y="1118545"/>
                    <a:pt x="4510575" y="917244"/>
                  </a:cubicBezTo>
                  <a:cubicBezTo>
                    <a:pt x="4473339" y="816594"/>
                    <a:pt x="4433491" y="718925"/>
                    <a:pt x="4387446" y="626512"/>
                  </a:cubicBezTo>
                  <a:cubicBezTo>
                    <a:pt x="4341559" y="533993"/>
                    <a:pt x="4289352" y="446701"/>
                    <a:pt x="4227716" y="368510"/>
                  </a:cubicBezTo>
                  <a:cubicBezTo>
                    <a:pt x="4166554" y="290006"/>
                    <a:pt x="4096194" y="220222"/>
                    <a:pt x="4017774" y="161674"/>
                  </a:cubicBezTo>
                  <a:cubicBezTo>
                    <a:pt x="3939391" y="102989"/>
                    <a:pt x="3853034" y="55709"/>
                    <a:pt x="3761542" y="19860"/>
                  </a:cubicBezTo>
                  <a:lnTo>
                    <a:pt x="3727185" y="6533"/>
                  </a:lnTo>
                  <a:close/>
                  <a:moveTo>
                    <a:pt x="1325680" y="0"/>
                  </a:moveTo>
                  <a:lnTo>
                    <a:pt x="2347354" y="0"/>
                  </a:lnTo>
                  <a:lnTo>
                    <a:pt x="2262734" y="20581"/>
                  </a:lnTo>
                  <a:cubicBezTo>
                    <a:pt x="2164073" y="49233"/>
                    <a:pt x="2066423" y="82020"/>
                    <a:pt x="1969830" y="118108"/>
                  </a:cubicBezTo>
                  <a:cubicBezTo>
                    <a:pt x="1945675" y="127092"/>
                    <a:pt x="1921391" y="135598"/>
                    <a:pt x="1897367" y="145059"/>
                  </a:cubicBezTo>
                  <a:cubicBezTo>
                    <a:pt x="1873522" y="155302"/>
                    <a:pt x="1849679" y="165546"/>
                    <a:pt x="1825860" y="175210"/>
                  </a:cubicBezTo>
                  <a:lnTo>
                    <a:pt x="1754258" y="204746"/>
                  </a:lnTo>
                  <a:lnTo>
                    <a:pt x="1683442" y="237143"/>
                  </a:lnTo>
                  <a:cubicBezTo>
                    <a:pt x="1659851" y="247896"/>
                    <a:pt x="1636127" y="258172"/>
                    <a:pt x="1612330" y="268724"/>
                  </a:cubicBezTo>
                  <a:lnTo>
                    <a:pt x="1542244" y="303229"/>
                  </a:lnTo>
                  <a:lnTo>
                    <a:pt x="1471990" y="337395"/>
                  </a:lnTo>
                  <a:cubicBezTo>
                    <a:pt x="1448660" y="349103"/>
                    <a:pt x="1425927" y="362441"/>
                    <a:pt x="1402813" y="374794"/>
                  </a:cubicBezTo>
                  <a:lnTo>
                    <a:pt x="1333886" y="412702"/>
                  </a:lnTo>
                  <a:cubicBezTo>
                    <a:pt x="1310940" y="425394"/>
                    <a:pt x="1288842" y="440228"/>
                    <a:pt x="1266278" y="453907"/>
                  </a:cubicBezTo>
                  <a:lnTo>
                    <a:pt x="1199136" y="496266"/>
                  </a:lnTo>
                  <a:lnTo>
                    <a:pt x="1182302" y="506917"/>
                  </a:lnTo>
                  <a:lnTo>
                    <a:pt x="1166009" y="518449"/>
                  </a:lnTo>
                  <a:lnTo>
                    <a:pt x="1133302" y="541479"/>
                  </a:lnTo>
                  <a:lnTo>
                    <a:pt x="1067923" y="587403"/>
                  </a:lnTo>
                  <a:lnTo>
                    <a:pt x="1051509" y="598902"/>
                  </a:lnTo>
                  <a:lnTo>
                    <a:pt x="1035673" y="611145"/>
                  </a:lnTo>
                  <a:lnTo>
                    <a:pt x="1003878" y="635598"/>
                  </a:lnTo>
                  <a:cubicBezTo>
                    <a:pt x="961473" y="668248"/>
                    <a:pt x="918407" y="699983"/>
                    <a:pt x="877673" y="735582"/>
                  </a:cubicBezTo>
                  <a:cubicBezTo>
                    <a:pt x="711850" y="872792"/>
                    <a:pt x="555901" y="1026776"/>
                    <a:pt x="417533" y="1198720"/>
                  </a:cubicBezTo>
                  <a:cubicBezTo>
                    <a:pt x="278999" y="1370325"/>
                    <a:pt x="156917" y="1557820"/>
                    <a:pt x="54935" y="1756293"/>
                  </a:cubicBezTo>
                  <a:lnTo>
                    <a:pt x="17844" y="1831433"/>
                  </a:lnTo>
                  <a:lnTo>
                    <a:pt x="0" y="1869131"/>
                  </a:lnTo>
                  <a:lnTo>
                    <a:pt x="0" y="1198550"/>
                  </a:lnTo>
                  <a:lnTo>
                    <a:pt x="185957" y="961506"/>
                  </a:lnTo>
                  <a:cubicBezTo>
                    <a:pt x="342426" y="776600"/>
                    <a:pt x="509755" y="602849"/>
                    <a:pt x="689746" y="447064"/>
                  </a:cubicBezTo>
                  <a:cubicBezTo>
                    <a:pt x="733932" y="406795"/>
                    <a:pt x="780859" y="370795"/>
                    <a:pt x="827126" y="333881"/>
                  </a:cubicBezTo>
                  <a:cubicBezTo>
                    <a:pt x="872886" y="295949"/>
                    <a:pt x="921195" y="262526"/>
                    <a:pt x="968997" y="228085"/>
                  </a:cubicBezTo>
                  <a:lnTo>
                    <a:pt x="1004883" y="202373"/>
                  </a:lnTo>
                  <a:lnTo>
                    <a:pt x="1022826" y="189517"/>
                  </a:lnTo>
                  <a:lnTo>
                    <a:pt x="1041187" y="177509"/>
                  </a:lnTo>
                  <a:lnTo>
                    <a:pt x="1114760" y="129512"/>
                  </a:lnTo>
                  <a:cubicBezTo>
                    <a:pt x="1139435" y="113750"/>
                    <a:pt x="1163439" y="96630"/>
                    <a:pt x="1188498" y="81854"/>
                  </a:cubicBezTo>
                  <a:lnTo>
                    <a:pt x="1263461" y="36880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01D44A9-1D51-461B-A228-06F6C500B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55600" cy="6858000"/>
            </a:xfrm>
            <a:custGeom>
              <a:avLst/>
              <a:gdLst>
                <a:gd name="connsiteX0" fmla="*/ 0 w 6055600"/>
                <a:gd name="connsiteY0" fmla="*/ 5960220 h 6858000"/>
                <a:gd name="connsiteX1" fmla="*/ 36039 w 6055600"/>
                <a:gd name="connsiteY1" fmla="*/ 6002605 h 6858000"/>
                <a:gd name="connsiteX2" fmla="*/ 92950 w 6055600"/>
                <a:gd name="connsiteY2" fmla="*/ 6059050 h 6858000"/>
                <a:gd name="connsiteX3" fmla="*/ 153706 w 6055600"/>
                <a:gd name="connsiteY3" fmla="*/ 6111427 h 6858000"/>
                <a:gd name="connsiteX4" fmla="*/ 216806 w 6055600"/>
                <a:gd name="connsiteY4" fmla="*/ 6161603 h 6858000"/>
                <a:gd name="connsiteX5" fmla="*/ 281945 w 6055600"/>
                <a:gd name="connsiteY5" fmla="*/ 6209777 h 6858000"/>
                <a:gd name="connsiteX6" fmla="*/ 553337 w 6055600"/>
                <a:gd name="connsiteY6" fmla="*/ 6391500 h 6858000"/>
                <a:gd name="connsiteX7" fmla="*/ 690543 w 6055600"/>
                <a:gd name="connsiteY7" fmla="*/ 6481634 h 6858000"/>
                <a:gd name="connsiteX8" fmla="*/ 827127 w 6055600"/>
                <a:gd name="connsiteY8" fmla="*/ 6573159 h 6858000"/>
                <a:gd name="connsiteX9" fmla="*/ 1095915 w 6055600"/>
                <a:gd name="connsiteY9" fmla="*/ 6762202 h 6858000"/>
                <a:gd name="connsiteX10" fmla="*/ 1224853 w 6055600"/>
                <a:gd name="connsiteY10" fmla="*/ 6858000 h 6858000"/>
                <a:gd name="connsiteX11" fmla="*/ 1154072 w 6055600"/>
                <a:gd name="connsiteY11" fmla="*/ 6858000 h 6858000"/>
                <a:gd name="connsiteX12" fmla="*/ 1073489 w 6055600"/>
                <a:gd name="connsiteY12" fmla="*/ 6799140 h 6858000"/>
                <a:gd name="connsiteX13" fmla="*/ 800175 w 6055600"/>
                <a:gd name="connsiteY13" fmla="*/ 6620441 h 6858000"/>
                <a:gd name="connsiteX14" fmla="*/ 231518 w 6055600"/>
                <a:gd name="connsiteY14" fmla="*/ 6299323 h 6858000"/>
                <a:gd name="connsiteX15" fmla="*/ 160401 w 6055600"/>
                <a:gd name="connsiteY15" fmla="*/ 6256627 h 6858000"/>
                <a:gd name="connsiteX16" fmla="*/ 89697 w 6055600"/>
                <a:gd name="connsiteY16" fmla="*/ 6211916 h 6858000"/>
                <a:gd name="connsiteX17" fmla="*/ 20148 w 6055600"/>
                <a:gd name="connsiteY17" fmla="*/ 6163835 h 6858000"/>
                <a:gd name="connsiteX18" fmla="*/ 0 w 6055600"/>
                <a:gd name="connsiteY18" fmla="*/ 6147796 h 6858000"/>
                <a:gd name="connsiteX19" fmla="*/ 3748345 w 6055600"/>
                <a:gd name="connsiteY19" fmla="*/ 0 h 6858000"/>
                <a:gd name="connsiteX20" fmla="*/ 4277792 w 6055600"/>
                <a:gd name="connsiteY20" fmla="*/ 0 h 6858000"/>
                <a:gd name="connsiteX21" fmla="*/ 4339531 w 6055600"/>
                <a:gd name="connsiteY21" fmla="*/ 40262 h 6858000"/>
                <a:gd name="connsiteX22" fmla="*/ 4476306 w 6055600"/>
                <a:gd name="connsiteY22" fmla="*/ 153922 h 6858000"/>
                <a:gd name="connsiteX23" fmla="*/ 4713639 w 6055600"/>
                <a:gd name="connsiteY23" fmla="*/ 422076 h 6858000"/>
                <a:gd name="connsiteX24" fmla="*/ 4906991 w 6055600"/>
                <a:gd name="connsiteY24" fmla="*/ 723463 h 6858000"/>
                <a:gd name="connsiteX25" fmla="*/ 5070511 w 6055600"/>
                <a:gd name="connsiteY25" fmla="*/ 1037524 h 6858000"/>
                <a:gd name="connsiteX26" fmla="*/ 5219493 w 6055600"/>
                <a:gd name="connsiteY26" fmla="*/ 1352079 h 6858000"/>
                <a:gd name="connsiteX27" fmla="*/ 5367779 w 6055600"/>
                <a:gd name="connsiteY27" fmla="*/ 1658945 h 6858000"/>
                <a:gd name="connsiteX28" fmla="*/ 5446095 w 6055600"/>
                <a:gd name="connsiteY28" fmla="*/ 1811301 h 6858000"/>
                <a:gd name="connsiteX29" fmla="*/ 5525115 w 6055600"/>
                <a:gd name="connsiteY29" fmla="*/ 1967103 h 6858000"/>
                <a:gd name="connsiteX30" fmla="*/ 5816642 w 6055600"/>
                <a:gd name="connsiteY30" fmla="*/ 2618837 h 6858000"/>
                <a:gd name="connsiteX31" fmla="*/ 6015787 w 6055600"/>
                <a:gd name="connsiteY31" fmla="*/ 3339957 h 6858000"/>
                <a:gd name="connsiteX32" fmla="*/ 6054206 w 6055600"/>
                <a:gd name="connsiteY32" fmla="*/ 3727239 h 6858000"/>
                <a:gd name="connsiteX33" fmla="*/ 6039811 w 6055600"/>
                <a:gd name="connsiteY33" fmla="*/ 4122735 h 6858000"/>
                <a:gd name="connsiteX34" fmla="*/ 5971601 w 6055600"/>
                <a:gd name="connsiteY34" fmla="*/ 4514288 h 6858000"/>
                <a:gd name="connsiteX35" fmla="*/ 5946751 w 6055600"/>
                <a:gd name="connsiteY35" fmla="*/ 4609838 h 6858000"/>
                <a:gd name="connsiteX36" fmla="*/ 5919986 w 6055600"/>
                <a:gd name="connsiteY36" fmla="*/ 4703178 h 6858000"/>
                <a:gd name="connsiteX37" fmla="*/ 5890731 w 6055600"/>
                <a:gd name="connsiteY37" fmla="*/ 4795992 h 6858000"/>
                <a:gd name="connsiteX38" fmla="*/ 5859058 w 6055600"/>
                <a:gd name="connsiteY38" fmla="*/ 4888015 h 6858000"/>
                <a:gd name="connsiteX39" fmla="*/ 5525053 w 6055600"/>
                <a:gd name="connsiteY39" fmla="*/ 5588449 h 6858000"/>
                <a:gd name="connsiteX40" fmla="*/ 5058962 w 6055600"/>
                <a:gd name="connsiteY40" fmla="*/ 6189929 h 6858000"/>
                <a:gd name="connsiteX41" fmla="*/ 4787706 w 6055600"/>
                <a:gd name="connsiteY41" fmla="*/ 6442985 h 6858000"/>
                <a:gd name="connsiteX42" fmla="*/ 4498686 w 6055600"/>
                <a:gd name="connsiteY42" fmla="*/ 6663678 h 6858000"/>
                <a:gd name="connsiteX43" fmla="*/ 4197167 w 6055600"/>
                <a:gd name="connsiteY43" fmla="*/ 6854053 h 6858000"/>
                <a:gd name="connsiteX44" fmla="*/ 4189720 w 6055600"/>
                <a:gd name="connsiteY44" fmla="*/ 6858000 h 6858000"/>
                <a:gd name="connsiteX45" fmla="*/ 3651929 w 6055600"/>
                <a:gd name="connsiteY45" fmla="*/ 6858000 h 6858000"/>
                <a:gd name="connsiteX46" fmla="*/ 3789040 w 6055600"/>
                <a:gd name="connsiteY46" fmla="*/ 6778034 h 6858000"/>
                <a:gd name="connsiteX47" fmla="*/ 4335568 w 6055600"/>
                <a:gd name="connsiteY47" fmla="*/ 6382709 h 6858000"/>
                <a:gd name="connsiteX48" fmla="*/ 4586923 w 6055600"/>
                <a:gd name="connsiteY48" fmla="*/ 6158577 h 6858000"/>
                <a:gd name="connsiteX49" fmla="*/ 4819585 w 6055600"/>
                <a:gd name="connsiteY49" fmla="*/ 5915847 h 6858000"/>
                <a:gd name="connsiteX50" fmla="*/ 5214727 w 6055600"/>
                <a:gd name="connsiteY50" fmla="*/ 5371094 h 6858000"/>
                <a:gd name="connsiteX51" fmla="*/ 5495409 w 6055600"/>
                <a:gd name="connsiteY51" fmla="*/ 4752778 h 6858000"/>
                <a:gd name="connsiteX52" fmla="*/ 5522322 w 6055600"/>
                <a:gd name="connsiteY52" fmla="*/ 4671511 h 6858000"/>
                <a:gd name="connsiteX53" fmla="*/ 5547631 w 6055600"/>
                <a:gd name="connsiteY53" fmla="*/ 4589675 h 6858000"/>
                <a:gd name="connsiteX54" fmla="*/ 5570792 w 6055600"/>
                <a:gd name="connsiteY54" fmla="*/ 4506978 h 6858000"/>
                <a:gd name="connsiteX55" fmla="*/ 5591541 w 6055600"/>
                <a:gd name="connsiteY55" fmla="*/ 4425334 h 6858000"/>
                <a:gd name="connsiteX56" fmla="*/ 5649500 w 6055600"/>
                <a:gd name="connsiteY56" fmla="*/ 4097286 h 6858000"/>
                <a:gd name="connsiteX57" fmla="*/ 5637615 w 6055600"/>
                <a:gd name="connsiteY57" fmla="*/ 3437524 h 6858000"/>
                <a:gd name="connsiteX58" fmla="*/ 5475454 w 6055600"/>
                <a:gd name="connsiteY58" fmla="*/ 2791575 h 6858000"/>
                <a:gd name="connsiteX59" fmla="*/ 5217600 w 6055600"/>
                <a:gd name="connsiteY59" fmla="*/ 2164719 h 6858000"/>
                <a:gd name="connsiteX60" fmla="*/ 5144941 w 6055600"/>
                <a:gd name="connsiteY60" fmla="*/ 2009490 h 6858000"/>
                <a:gd name="connsiteX61" fmla="*/ 5070052 w 6055600"/>
                <a:gd name="connsiteY61" fmla="*/ 1851823 h 6858000"/>
                <a:gd name="connsiteX62" fmla="*/ 4926984 w 6055600"/>
                <a:gd name="connsiteY62" fmla="*/ 1529226 h 6858000"/>
                <a:gd name="connsiteX63" fmla="*/ 4790925 w 6055600"/>
                <a:gd name="connsiteY63" fmla="*/ 1209923 h 6858000"/>
                <a:gd name="connsiteX64" fmla="*/ 4650559 w 6055600"/>
                <a:gd name="connsiteY64" fmla="*/ 902490 h 6858000"/>
                <a:gd name="connsiteX65" fmla="*/ 4491930 w 6055600"/>
                <a:gd name="connsiteY65" fmla="*/ 616919 h 6858000"/>
                <a:gd name="connsiteX66" fmla="*/ 4302323 w 6055600"/>
                <a:gd name="connsiteY66" fmla="*/ 366083 h 6858000"/>
                <a:gd name="connsiteX67" fmla="*/ 4072203 w 6055600"/>
                <a:gd name="connsiteY67" fmla="*/ 164982 h 6858000"/>
                <a:gd name="connsiteX68" fmla="*/ 3803964 w 6055600"/>
                <a:gd name="connsiteY68" fmla="*/ 21052 h 6858000"/>
                <a:gd name="connsiteX69" fmla="*/ 3768314 w 6055600"/>
                <a:gd name="connsiteY69" fmla="*/ 6826 h 6858000"/>
                <a:gd name="connsiteX70" fmla="*/ 1589779 w 6055600"/>
                <a:gd name="connsiteY70" fmla="*/ 0 h 6858000"/>
                <a:gd name="connsiteX71" fmla="*/ 1918056 w 6055600"/>
                <a:gd name="connsiteY71" fmla="*/ 0 h 6858000"/>
                <a:gd name="connsiteX72" fmla="*/ 1764243 w 6055600"/>
                <a:gd name="connsiteY72" fmla="*/ 55145 h 6858000"/>
                <a:gd name="connsiteX73" fmla="*/ 1313330 w 6055600"/>
                <a:gd name="connsiteY73" fmla="*/ 274424 h 6858000"/>
                <a:gd name="connsiteX74" fmla="*/ 295673 w 6055600"/>
                <a:gd name="connsiteY74" fmla="*/ 1187630 h 6858000"/>
                <a:gd name="connsiteX75" fmla="*/ 96207 w 6055600"/>
                <a:gd name="connsiteY75" fmla="*/ 1474327 h 6858000"/>
                <a:gd name="connsiteX76" fmla="*/ 0 w 6055600"/>
                <a:gd name="connsiteY76" fmla="*/ 1641460 h 6858000"/>
                <a:gd name="connsiteX77" fmla="*/ 0 w 6055600"/>
                <a:gd name="connsiteY77" fmla="*/ 1224218 h 6858000"/>
                <a:gd name="connsiteX78" fmla="*/ 150937 w 6055600"/>
                <a:gd name="connsiteY78" fmla="*/ 1040975 h 6858000"/>
                <a:gd name="connsiteX79" fmla="*/ 1264907 w 6055600"/>
                <a:gd name="connsiteY79" fmla="*/ 158248 h 6858000"/>
                <a:gd name="connsiteX80" fmla="*/ 1575167 w 6055600"/>
                <a:gd name="connsiteY80" fmla="*/ 567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6055600" h="6858000">
                  <a:moveTo>
                    <a:pt x="0" y="5960220"/>
                  </a:moveTo>
                  <a:lnTo>
                    <a:pt x="36039" y="6002605"/>
                  </a:lnTo>
                  <a:cubicBezTo>
                    <a:pt x="54896" y="6021530"/>
                    <a:pt x="73635" y="6040425"/>
                    <a:pt x="92950" y="6059050"/>
                  </a:cubicBezTo>
                  <a:lnTo>
                    <a:pt x="153706" y="6111427"/>
                  </a:lnTo>
                  <a:cubicBezTo>
                    <a:pt x="173546" y="6129485"/>
                    <a:pt x="195722" y="6144912"/>
                    <a:pt x="216806" y="6161603"/>
                  </a:cubicBezTo>
                  <a:cubicBezTo>
                    <a:pt x="238229" y="6177961"/>
                    <a:pt x="259466" y="6194551"/>
                    <a:pt x="281945" y="6209777"/>
                  </a:cubicBezTo>
                  <a:cubicBezTo>
                    <a:pt x="369940" y="6272709"/>
                    <a:pt x="461791" y="6332004"/>
                    <a:pt x="553337" y="6391500"/>
                  </a:cubicBezTo>
                  <a:lnTo>
                    <a:pt x="690543" y="6481634"/>
                  </a:lnTo>
                  <a:lnTo>
                    <a:pt x="827127" y="6573159"/>
                  </a:lnTo>
                  <a:cubicBezTo>
                    <a:pt x="917674" y="6634511"/>
                    <a:pt x="1007156" y="6697737"/>
                    <a:pt x="1095915" y="6762202"/>
                  </a:cubicBezTo>
                  <a:lnTo>
                    <a:pt x="1224853" y="6858000"/>
                  </a:lnTo>
                  <a:lnTo>
                    <a:pt x="1154072" y="6858000"/>
                  </a:lnTo>
                  <a:lnTo>
                    <a:pt x="1073489" y="6799140"/>
                  </a:lnTo>
                  <a:cubicBezTo>
                    <a:pt x="983882" y="6736908"/>
                    <a:pt x="892851" y="6677125"/>
                    <a:pt x="800175" y="6620441"/>
                  </a:cubicBezTo>
                  <a:cubicBezTo>
                    <a:pt x="615108" y="6506015"/>
                    <a:pt x="422939" y="6407807"/>
                    <a:pt x="231518" y="6299323"/>
                  </a:cubicBezTo>
                  <a:cubicBezTo>
                    <a:pt x="207467" y="6286226"/>
                    <a:pt x="184098" y="6271045"/>
                    <a:pt x="160401" y="6256627"/>
                  </a:cubicBezTo>
                  <a:cubicBezTo>
                    <a:pt x="136809" y="6241811"/>
                    <a:pt x="112558" y="6228518"/>
                    <a:pt x="89697" y="6211916"/>
                  </a:cubicBezTo>
                  <a:lnTo>
                    <a:pt x="20148" y="6163835"/>
                  </a:lnTo>
                  <a:lnTo>
                    <a:pt x="0" y="6147796"/>
                  </a:lnTo>
                  <a:close/>
                  <a:moveTo>
                    <a:pt x="3748345" y="0"/>
                  </a:moveTo>
                  <a:lnTo>
                    <a:pt x="4277792" y="0"/>
                  </a:lnTo>
                  <a:lnTo>
                    <a:pt x="4339531" y="40262"/>
                  </a:lnTo>
                  <a:cubicBezTo>
                    <a:pt x="4386991" y="75346"/>
                    <a:pt x="4432680" y="113353"/>
                    <a:pt x="4476306" y="153922"/>
                  </a:cubicBezTo>
                  <a:cubicBezTo>
                    <a:pt x="4563779" y="234693"/>
                    <a:pt x="4642423" y="325982"/>
                    <a:pt x="4713639" y="422076"/>
                  </a:cubicBezTo>
                  <a:cubicBezTo>
                    <a:pt x="4784481" y="518635"/>
                    <a:pt x="4848552" y="619893"/>
                    <a:pt x="4906991" y="723463"/>
                  </a:cubicBezTo>
                  <a:cubicBezTo>
                    <a:pt x="4965582" y="826932"/>
                    <a:pt x="5019421" y="932243"/>
                    <a:pt x="5070511" y="1037524"/>
                  </a:cubicBezTo>
                  <a:cubicBezTo>
                    <a:pt x="5121871" y="1142738"/>
                    <a:pt x="5170833" y="1248016"/>
                    <a:pt x="5219493" y="1352079"/>
                  </a:cubicBezTo>
                  <a:cubicBezTo>
                    <a:pt x="5268459" y="1455943"/>
                    <a:pt x="5317204" y="1558756"/>
                    <a:pt x="5367779" y="1658945"/>
                  </a:cubicBezTo>
                  <a:lnTo>
                    <a:pt x="5446095" y="1811301"/>
                  </a:lnTo>
                  <a:cubicBezTo>
                    <a:pt x="5472584" y="1862992"/>
                    <a:pt x="5498885" y="1914915"/>
                    <a:pt x="5525115" y="1967103"/>
                  </a:cubicBezTo>
                  <a:cubicBezTo>
                    <a:pt x="5629428" y="2176256"/>
                    <a:pt x="5730254" y="2391411"/>
                    <a:pt x="5816642" y="2618837"/>
                  </a:cubicBezTo>
                  <a:cubicBezTo>
                    <a:pt x="5902562" y="2846137"/>
                    <a:pt x="5974641" y="3086291"/>
                    <a:pt x="6015787" y="3339957"/>
                  </a:cubicBezTo>
                  <a:cubicBezTo>
                    <a:pt x="6036373" y="3466512"/>
                    <a:pt x="6050262" y="3596084"/>
                    <a:pt x="6054206" y="3727239"/>
                  </a:cubicBezTo>
                  <a:cubicBezTo>
                    <a:pt x="6058266" y="3858425"/>
                    <a:pt x="6053460" y="3990915"/>
                    <a:pt x="6039811" y="4122735"/>
                  </a:cubicBezTo>
                  <a:cubicBezTo>
                    <a:pt x="6026397" y="4254618"/>
                    <a:pt x="6002552" y="4385688"/>
                    <a:pt x="5971601" y="4514288"/>
                  </a:cubicBezTo>
                  <a:cubicBezTo>
                    <a:pt x="5963342" y="4546050"/>
                    <a:pt x="5955885" y="4579019"/>
                    <a:pt x="5946751" y="4609838"/>
                  </a:cubicBezTo>
                  <a:lnTo>
                    <a:pt x="5919986" y="4703178"/>
                  </a:lnTo>
                  <a:lnTo>
                    <a:pt x="5890731" y="4795992"/>
                  </a:lnTo>
                  <a:cubicBezTo>
                    <a:pt x="5880825" y="4826888"/>
                    <a:pt x="5869667" y="4857307"/>
                    <a:pt x="5859058" y="4888015"/>
                  </a:cubicBezTo>
                  <a:cubicBezTo>
                    <a:pt x="5772112" y="5132558"/>
                    <a:pt x="5660551" y="5369373"/>
                    <a:pt x="5525053" y="5588449"/>
                  </a:cubicBezTo>
                  <a:cubicBezTo>
                    <a:pt x="5389674" y="5807557"/>
                    <a:pt x="5232835" y="6010440"/>
                    <a:pt x="5058962" y="6189929"/>
                  </a:cubicBezTo>
                  <a:cubicBezTo>
                    <a:pt x="4972125" y="6279771"/>
                    <a:pt x="4880998" y="6363650"/>
                    <a:pt x="4787706" y="6442985"/>
                  </a:cubicBezTo>
                  <a:cubicBezTo>
                    <a:pt x="4693655" y="6521410"/>
                    <a:pt x="4597439" y="6595290"/>
                    <a:pt x="4498686" y="6663678"/>
                  </a:cubicBezTo>
                  <a:cubicBezTo>
                    <a:pt x="4399893" y="6731984"/>
                    <a:pt x="4299240" y="6795191"/>
                    <a:pt x="4197167" y="6854053"/>
                  </a:cubicBezTo>
                  <a:lnTo>
                    <a:pt x="4189720" y="6858000"/>
                  </a:lnTo>
                  <a:lnTo>
                    <a:pt x="3651929" y="6858000"/>
                  </a:lnTo>
                  <a:lnTo>
                    <a:pt x="3789040" y="6778034"/>
                  </a:lnTo>
                  <a:cubicBezTo>
                    <a:pt x="3978462" y="6656931"/>
                    <a:pt x="4162446" y="6525734"/>
                    <a:pt x="4335568" y="6382709"/>
                  </a:cubicBezTo>
                  <a:cubicBezTo>
                    <a:pt x="4422084" y="6310901"/>
                    <a:pt x="4506335" y="6236787"/>
                    <a:pt x="4586923" y="6158577"/>
                  </a:cubicBezTo>
                  <a:cubicBezTo>
                    <a:pt x="4668153" y="6081248"/>
                    <a:pt x="4745649" y="6000086"/>
                    <a:pt x="4819585" y="5915847"/>
                  </a:cubicBezTo>
                  <a:cubicBezTo>
                    <a:pt x="4967573" y="5747401"/>
                    <a:pt x="5101426" y="5566247"/>
                    <a:pt x="5214727" y="5371094"/>
                  </a:cubicBezTo>
                  <a:cubicBezTo>
                    <a:pt x="5327795" y="5175879"/>
                    <a:pt x="5421090" y="4968427"/>
                    <a:pt x="5495409" y="4752778"/>
                  </a:cubicBezTo>
                  <a:cubicBezTo>
                    <a:pt x="5504291" y="4725712"/>
                    <a:pt x="5513872" y="4698834"/>
                    <a:pt x="5522322" y="4671511"/>
                  </a:cubicBezTo>
                  <a:lnTo>
                    <a:pt x="5547631" y="4589675"/>
                  </a:lnTo>
                  <a:lnTo>
                    <a:pt x="5570792" y="4506978"/>
                  </a:lnTo>
                  <a:cubicBezTo>
                    <a:pt x="5578845" y="4479265"/>
                    <a:pt x="5584485" y="4452605"/>
                    <a:pt x="5591541" y="4425334"/>
                  </a:cubicBezTo>
                  <a:cubicBezTo>
                    <a:pt x="5618002" y="4316765"/>
                    <a:pt x="5636850" y="4207148"/>
                    <a:pt x="5649500" y="4097286"/>
                  </a:cubicBezTo>
                  <a:cubicBezTo>
                    <a:pt x="5674602" y="3877368"/>
                    <a:pt x="5668749" y="3656091"/>
                    <a:pt x="5637615" y="3437524"/>
                  </a:cubicBezTo>
                  <a:cubicBezTo>
                    <a:pt x="5605861" y="3218934"/>
                    <a:pt x="5549060" y="3003118"/>
                    <a:pt x="5475454" y="2791575"/>
                  </a:cubicBezTo>
                  <a:cubicBezTo>
                    <a:pt x="5402070" y="2579668"/>
                    <a:pt x="5313111" y="2371656"/>
                    <a:pt x="5217600" y="2164719"/>
                  </a:cubicBezTo>
                  <a:cubicBezTo>
                    <a:pt x="5193627" y="2112994"/>
                    <a:pt x="5169419" y="2061207"/>
                    <a:pt x="5144941" y="2009490"/>
                  </a:cubicBezTo>
                  <a:lnTo>
                    <a:pt x="5070052" y="1851823"/>
                  </a:lnTo>
                  <a:cubicBezTo>
                    <a:pt x="5020031" y="1744421"/>
                    <a:pt x="4972748" y="1636620"/>
                    <a:pt x="4926984" y="1529226"/>
                  </a:cubicBezTo>
                  <a:lnTo>
                    <a:pt x="4790925" y="1209923"/>
                  </a:lnTo>
                  <a:cubicBezTo>
                    <a:pt x="4745458" y="1105158"/>
                    <a:pt x="4699567" y="1001976"/>
                    <a:pt x="4650559" y="902490"/>
                  </a:cubicBezTo>
                  <a:cubicBezTo>
                    <a:pt x="4601243" y="803205"/>
                    <a:pt x="4549606" y="706978"/>
                    <a:pt x="4491930" y="616919"/>
                  </a:cubicBezTo>
                  <a:cubicBezTo>
                    <a:pt x="4434712" y="526559"/>
                    <a:pt x="4372370" y="441762"/>
                    <a:pt x="4302323" y="366083"/>
                  </a:cubicBezTo>
                  <a:cubicBezTo>
                    <a:pt x="4232428" y="290304"/>
                    <a:pt x="4155542" y="222846"/>
                    <a:pt x="4072203" y="164982"/>
                  </a:cubicBezTo>
                  <a:cubicBezTo>
                    <a:pt x="3988864" y="107118"/>
                    <a:pt x="3898693" y="59316"/>
                    <a:pt x="3803964" y="21052"/>
                  </a:cubicBezTo>
                  <a:lnTo>
                    <a:pt x="3768314" y="6826"/>
                  </a:lnTo>
                  <a:close/>
                  <a:moveTo>
                    <a:pt x="1589779" y="0"/>
                  </a:moveTo>
                  <a:lnTo>
                    <a:pt x="1918056" y="0"/>
                  </a:lnTo>
                  <a:lnTo>
                    <a:pt x="1764243" y="55145"/>
                  </a:lnTo>
                  <a:cubicBezTo>
                    <a:pt x="1609764" y="115414"/>
                    <a:pt x="1458840" y="188978"/>
                    <a:pt x="1313330" y="274424"/>
                  </a:cubicBezTo>
                  <a:cubicBezTo>
                    <a:pt x="924625" y="501532"/>
                    <a:pt x="576885" y="817476"/>
                    <a:pt x="295673" y="1187630"/>
                  </a:cubicBezTo>
                  <a:cubicBezTo>
                    <a:pt x="225216" y="1280162"/>
                    <a:pt x="158640" y="1375858"/>
                    <a:pt x="96207" y="1474327"/>
                  </a:cubicBezTo>
                  <a:lnTo>
                    <a:pt x="0" y="1641460"/>
                  </a:lnTo>
                  <a:lnTo>
                    <a:pt x="0" y="1224218"/>
                  </a:lnTo>
                  <a:lnTo>
                    <a:pt x="150937" y="1040975"/>
                  </a:lnTo>
                  <a:cubicBezTo>
                    <a:pt x="478530" y="677729"/>
                    <a:pt x="858178" y="381092"/>
                    <a:pt x="1264907" y="158248"/>
                  </a:cubicBezTo>
                  <a:cubicBezTo>
                    <a:pt x="1366631" y="102619"/>
                    <a:pt x="1470177" y="51760"/>
                    <a:pt x="1575167" y="567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355CD44-93CF-C19C-56D7-6E77F504AB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37" y="1700784"/>
            <a:ext cx="3785616" cy="378561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530CC-AB4B-4D10-050A-6695748FE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2425" y="2125088"/>
            <a:ext cx="5310156" cy="4492021"/>
          </a:xfrm>
        </p:spPr>
        <p:txBody>
          <a:bodyPr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800" dirty="0">
                <a:solidFill>
                  <a:schemeClr val="tx2"/>
                </a:solidFill>
              </a:rPr>
              <a:t>Procedural generation of each level.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solidFill>
                  <a:schemeClr val="tx2"/>
                </a:solidFill>
              </a:rPr>
              <a:t>Enemy mechanisms and Shooting Mechanisms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solidFill>
                  <a:schemeClr val="tx2"/>
                </a:solidFill>
              </a:rPr>
              <a:t>Background story using pop up annotations 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solidFill>
                  <a:schemeClr val="tx2"/>
                </a:solidFill>
              </a:rPr>
              <a:t>Tap sensor – Flappy bird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solidFill>
                  <a:schemeClr val="tx2"/>
                </a:solidFill>
              </a:rPr>
              <a:t>Mic – Blowing 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solidFill>
                  <a:schemeClr val="tx2"/>
                </a:solidFill>
              </a:rPr>
              <a:t>Voice to text – Puzzles 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solidFill>
                  <a:schemeClr val="tx2"/>
                </a:solidFill>
              </a:rPr>
              <a:t>API for multiple riddles with different difficulties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solidFill>
                  <a:schemeClr val="tx2"/>
                </a:solidFill>
              </a:rPr>
              <a:t>Multiplayer feature where users can connect with another user and play the game as a race.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solidFill>
                  <a:schemeClr val="tx2"/>
                </a:solidFill>
              </a:rPr>
              <a:t>Live leaderboard system </a:t>
            </a:r>
          </a:p>
          <a:p>
            <a:pPr marL="0" indent="0">
              <a:buNone/>
            </a:pPr>
            <a:endParaRPr lang="en-IN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7460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743EBF-D105-19DE-D9B0-9114DB921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F1108CE6-3F2A-6E7D-835A-A024E2B1D5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8" name="Graphic 7" descr="Smiling Face with No Fill">
            <a:extLst>
              <a:ext uri="{FF2B5EF4-FFF2-40B4-BE49-F238E27FC236}">
                <a16:creationId xmlns:a16="http://schemas.microsoft.com/office/drawing/2014/main" id="{F48395E5-9AB9-4BEB-9B4C-83EA8DA915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814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380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Helvetica Neue Medium</vt:lpstr>
      <vt:lpstr>Office Theme</vt:lpstr>
      <vt:lpstr>Mobile Game Development</vt:lpstr>
      <vt:lpstr>Concept</vt:lpstr>
      <vt:lpstr>Monetization</vt:lpstr>
      <vt:lpstr>Marketing </vt:lpstr>
      <vt:lpstr>Gameplay</vt:lpstr>
      <vt:lpstr>Features </vt:lpstr>
      <vt:lpstr>Plans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Manju Srinivasan</dc:creator>
  <cp:lastModifiedBy>Vishal Manju Srinivasan</cp:lastModifiedBy>
  <cp:revision>3</cp:revision>
  <dcterms:created xsi:type="dcterms:W3CDTF">2026-10-18T18:54:59Z</dcterms:created>
  <dcterms:modified xsi:type="dcterms:W3CDTF">2026-10-19T03:32:04Z</dcterms:modified>
</cp:coreProperties>
</file>